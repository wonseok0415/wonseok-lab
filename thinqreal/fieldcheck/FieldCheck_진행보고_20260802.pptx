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7/27 ATOM TTS 장애를 계기로 시작해 6일 만에 자동 운영에 들어간 점검 시스템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먼저 제시합니다. 팀장님 질문에 대한 직접적인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장애 자체보다, 그 장애가 아주 단순한 방법으로 조기 감지 가능했다는 점이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신규 인프라 없이 기존 시스템 위에 얹었다는 점이 비용 0원의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입장에서 실제로 무엇이 바뀌는지를 보여주는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덩어리로 "실패"라고만 적으면 원인 구분이 사라집니다. 3단계로 나눈 실익이 여기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무응답을 L1·L2 두 건으로 세면 통계가 왜곡되므로 L2는 L1 통과 건에만 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숫자만 있고 정의가 없으면 오해되므로 요약 메일 안에도 같은 도식을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검증에서만 드러난 문제들이라, 실제로 돌려보지 않았으면 전부 놓쳤을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원리를 L3에도 적용합니다 — 카메라 미연결·렌즈 가림을 가전 장애로 오보하지 않도록.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대상은 "질문에 맞는 답을 했는가"이지 "받아쓰기가 정확한가"가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피로를 만들지 않는 것이 설계 원칙이었습니다. 매번 성공을 알리면 아무도 안 보게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팀원이 실제로 쓸 부분입니다. 메일 문구와 조치를 1:1로 대응시켰습니다.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3단계에 드는 신규 비용은 웹캠 1대뿐이고, AI 엔진 도입이 필요 없다는 점이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받고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035040" cy="603504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931920"/>
            <a:ext cx="3108960" cy="3108960"/>
          </a:xfrm>
          <a:prstGeom prst="ellipse">
            <a:avLst/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Real · 운영 보고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Field 자동 점검 시스템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41248" y="4114800"/>
            <a:ext cx="4343400" cy="566928"/>
          </a:xfrm>
          <a:prstGeom prst="roundRect">
            <a:avLst>
              <a:gd name="adj" fmla="val 50000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411480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07:30 자동 운영 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08. 02.   |   작성: 강원석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“이번 사항을 시스템화 할 수 없는지”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이미 매일 아침 스스로 돌고 있습니다.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→ 자동 운영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07-27 장애 → 08-02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93592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93592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비용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93592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 / 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64224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 / 실패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2240280"/>
            <a:ext cx="2587752" cy="1737360"/>
          </a:xfrm>
          <a:prstGeom prst="roundRect">
            <a:avLst>
              <a:gd name="adj" fmla="val 4737"/>
            </a:avLst>
          </a:prstGeom>
          <a:solidFill>
            <a:srgbClr val="3A503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41401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1통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34856" y="305409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볼 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34856" y="33832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8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요약 메일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10881360" cy="1783080"/>
          </a:xfrm>
          <a:prstGeom prst="roundRect">
            <a:avLst>
              <a:gd name="adj" fmla="val 4615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553712"/>
            <a:ext cx="10241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장애를 사람이 눈치채기 전에 시스템이 먼저 보고합니다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506577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장애는 월요일 오후에 시작해 화요일 아침에야 「시연 불가」로 발견됐습니다.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구조라면 월요일 저녁 요약에서 잡힙니다 — 반나절 이상 빠릅니다.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만들었나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2026-07-27 주간 · ATOM TTS 서버 장애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오후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증가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후 응답 없음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빈도가 늘기 시작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290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오전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불가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93192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고객 가정에서도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증상 재현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1600200"/>
            <a:ext cx="27889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95160" y="1783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 12시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2084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25420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CTO부문 LG TTS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확보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29800" y="1600200"/>
            <a:ext cx="1691640" cy="1783080"/>
          </a:xfrm>
          <a:prstGeom prst="roundRect">
            <a:avLst>
              <a:gd name="adj" fmla="val 486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21488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반나절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발견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경영진 지시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“단건 해결에 그치지 말고, ThinQ ON 서비스 운영을 체계적으로 모니터링·대응하는 운영 프로세스를 즉시 수립할 것”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장애가 준 힌트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5303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증상이 “말을 걸었는데 답이 없다”였습니다. 즉 주기적으로 말을 걸어 답이 오는지만 봐도 알 수 있었습니다.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감시 체계가 아니라 「매일 아침 대신 말을 걸어주는 장치」면 충분하다는 판단에서 출발했습니다.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만들었나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관리 시스템의 백엔드·메일 인프라를 그대로 재활용 — 신규 서버·계정·과금 없음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27632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423160" y="175564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노트북 + (3단계) USB 웹캠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2084832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음성 재생 "하이엘지" → 점검 질문   ② 내장 마이크로 응답 녹음   ③ 웹캠으로 가전 제어 전·후 촬영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98448" y="25420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43200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4320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23160" y="2871216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장비에서 즉시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23160" y="32004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유무·시간   /   L2 내용 정확성 (로컬 STT)   /   L3 실제 동작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58768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58768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5876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423160" y="3986784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Apps Script → Google Sheets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315968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health_checks 탭에 판정 결과·응답 시간·인식 문장 누적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47731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4974336"/>
            <a:ext cx="1088136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4974336"/>
            <a:ext cx="1600200" cy="932688"/>
          </a:xfrm>
          <a:prstGeom prst="roundRect">
            <a:avLst>
              <a:gd name="adj" fmla="val 882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743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23160" y="5102352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+ 관리자 페이지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23160" y="543153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요약 메일 1통   +   관리자 🩺 자동 점검 탭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어떻게 돌아가는가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아침에 메일 한 번 보는 것뿐입니다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07:30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점검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장비가 스스로 깨어나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ON에게 3개 질문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판정 후 서버 전송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41248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0712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10712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A8803A"/>
          </a:solidFill>
          <a:ln w="12700">
            <a:solidFill>
              <a:srgbClr val="A88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75304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08시대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메일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11880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/ 실패가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구분되어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메일로 도착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11880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번 보기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81344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81344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5C7355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82512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페이지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382512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자동 점검 탭에서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7 / 14 / 30일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추이 확인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82512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필요할 때만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51976" y="1645920"/>
            <a:ext cx="2587752" cy="3108960"/>
          </a:xfrm>
          <a:prstGeom prst="roundRect">
            <a:avLst>
              <a:gd name="adj" fmla="val 318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51976" y="1645920"/>
            <a:ext cx="2587752" cy="566928"/>
          </a:xfrm>
          <a:prstGeom prst="roundRect">
            <a:avLst>
              <a:gd name="adj" fmla="val 14516"/>
            </a:avLst>
          </a:prstGeom>
          <a:solidFill>
            <a:srgbClr val="97AC8E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6568" y="1645920"/>
            <a:ext cx="2258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시간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3144" y="23591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스킵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53144" y="2761488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예약·차단 슬롯에는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점검을 걸지 않음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(시작 20분 전 ~ 종료 10분 후)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53144" y="404164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53144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할 일 없음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49834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07:30인가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1회차 예약(09:00)의 회피 구간(08:40~)보다 앞서 시연과 충돌하지 않고, 08시 요약 메일에 당일 결과가 실립니다.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시연이 시작되기 전에 「오늘 정상」을 확인할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3단계 — 무엇을 잡는가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보는 계층이 다릅니다. 어느 단계에서 실패했는지가 곧 원인 진단입니다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834640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했는가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96112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에너지만 분석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STT 불필요 · 즉시 판정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ATOM 장애가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정확히 이 단계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61688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56248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17720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말을 했는가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617720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녹음 → 로컬 STT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기대 키워드 대조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17720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오응답, "죄송해요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모르겠어요", 연동 장애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83296" y="1645920"/>
            <a:ext cx="3493008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39328" y="1874520"/>
            <a:ext cx="841248" cy="502920"/>
          </a:xfrm>
          <a:prstGeom prst="roundRect">
            <a:avLst>
              <a:gd name="adj" fmla="val 21818"/>
            </a:avLst>
          </a:prstGeom>
          <a:solidFill>
            <a:srgbClr val="97AC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74520"/>
            <a:ext cx="84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77856" y="193852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완료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39328" y="2542032"/>
            <a:ext cx="2980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움직였는가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39328" y="3017520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 제어 전·후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이미지 비교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39328" y="3730752"/>
            <a:ext cx="2980944" cy="804672"/>
          </a:xfrm>
          <a:prstGeom prst="roundRect">
            <a:avLst>
              <a:gd name="adj" fmla="val 10227"/>
            </a:avLst>
          </a:prstGeom>
          <a:solidFill>
            <a:srgbClr val="F4F6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3730752"/>
            <a:ext cx="267004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경로 장애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 미실행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4864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지점이 곧 원인 계층입니다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소리가 안 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TTS 서버 · 네트워크 · 기기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361688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0288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하는데 엉뚱함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90288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NLU · 엔진 · 외부 연동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083296" y="5212080"/>
            <a:ext cx="3493008" cy="868680"/>
          </a:xfrm>
          <a:prstGeom prst="roundRect">
            <a:avLst>
              <a:gd name="adj" fmla="val 9474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11896" y="532180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 실패</a:t>
            </a:r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말은 맞는데 안 움직임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311896" y="565099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가전 제어 경로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L1과 L2는 무엇이 다른가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받는 질문입니다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7276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전화에 비유하면 — L1은 "전화를 받았는가", L2는 "받아서 제대로 대답했는가"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41248" y="2633472"/>
            <a:ext cx="3986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21808" y="263347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응답 감지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22208" y="2633472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내용 판정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01752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응답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21808" y="301752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22208" y="3017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4F6F2"/>
          </a:solidFill>
          <a:ln w="12700">
            <a:solidFill>
              <a:srgbClr val="97AC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803904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"죄송해요, 잘 모르겠어요"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21808" y="3803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22208" y="380390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90288"/>
            <a:ext cx="108813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590288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무응답 (7월 ATOM 장애)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21808" y="459028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22208" y="4590288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안 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줄이 L2의 존재 이유입니다. </a:t>
            </a:r>
            <a:pPr indent="0" marL="0">
              <a:buNone/>
            </a:pPr>
            <a:r>
              <a:rPr lang="en-US" sz="13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"죄송해요"라고 답하면 소리는 났으므로 L1은 통과합니다 — 이 유형은 L1으로는 원리상 잡을 수 없습니다.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8704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L2는 L1을 통과한 건에만 판정합니다. 따라서 L2 성공률은 “응답한 것 중 내용까지 맞은 비율”로 읽습니다.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시작'이란 무엇인가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메일과 대시보드에 나오는 밀리초(ms) 수치가 무엇을 재는지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"하이엘지"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71216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035808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35808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1.5초 대기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('띵' 반응)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82896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66944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질문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14032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33488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98080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재생 끝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0ms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45168" y="22402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64624" y="1737360"/>
            <a:ext cx="2011680" cy="1371600"/>
          </a:xfrm>
          <a:prstGeom prst="roundRect">
            <a:avLst>
              <a:gd name="adj" fmla="val 6000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29216" y="1874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29216" y="22402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시작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33488" y="3246120"/>
            <a:ext cx="4187952" cy="457200"/>
          </a:xfrm>
          <a:prstGeom prst="roundRect">
            <a:avLst>
              <a:gd name="adj" fmla="val 50000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33488" y="3246120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◀   이 구간을 잽니다   ▶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질문을 다 말한 순간부터 답을 시작하기까지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172200" y="3950208"/>
            <a:ext cx="5349240" cy="960120"/>
          </a:xfrm>
          <a:prstGeom prst="roundRect">
            <a:avLst>
              <a:gd name="adj" fmla="val 8571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95020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답변을 끝내기까지의 총 길이가 아닙니다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138928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A8803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2852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'띵' 반응은 일부러 측정하지 않습니다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400" y="561441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ATOM 장애가 “기동어는 듣고 띵도 내지만 말을 못 하는” 상태였습니다. 띵을 기준으로 삼았다면 그 장애를 정상으로 판정했을 것입니다.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발견하고 해결한 문제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설계실에서는 나오지 않고 현장에서만 나온 문제들입니다 — 신뢰도의 근거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1109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 직후 명령이 씹힘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214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'띵' 반응 전에는 듣지 못함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97880" y="164592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기동어·질문을 분리 재생 + 1.5초 대기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00837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연산 대기음('띵띵띵')을 응답으로 오판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17320" y="321868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TTS 장애를 정상으로 판정할 구멍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0" y="274320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97880" y="274320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발성 비율 판정 — 1초 창의 70% 이상이 소리일 때만 말소리로 인정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10565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95020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답변이 다음 점검의 기동어를 씹음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417320" y="431596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생성형이라 답변 길이가 크게 변동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0" y="38404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97880" y="384048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사이 “조용해질 때까지 대기” — 판정 결과와 무관하게 항상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5202936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04748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환경에서 정상 응답을 실패로 오판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417320" y="54132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음량 기준이 에어컨·선풍기 소음 위로 잡힘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0" y="493776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897880" y="4937760"/>
            <a:ext cx="5440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적응형 판정 — 음성 대역만 측정 + 기저 소음 자동 추정 + 기저 +8dB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0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가장 위험했던 다섯 번째 — 다음 장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위험했던 사례 — 점검 장비가 스스로를 속인 경우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9C4A40"/>
          </a:solidFill>
          <a:ln w="12700">
            <a:solidFill>
              <a:srgbClr val="9C4A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 첫날 점검 3건 전부 실패 — 그런데 ThinQ ON은 정상이었습니다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48716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8716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248716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macOS는 앱이 아닌 실행 파일(python)에는 마이크 권한 창을 띄우지 않고, 오류도 없이 무음을 반환합니다.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설정 목록에도 나타나지 않아 수동 허용조차 불가능했습니다.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387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53872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3872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판별 단서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353872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시나리오의 소음 측정값이 소수점까지 동일(2.4 / −32.6 dBA)하고 최고값이 기저값보다 낮았습니다.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보정값을 빼면 −120dB — 에너지가 정확히 0, 즉 완전한 디지털 무음이었습니다.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90288"/>
            <a:ext cx="1371600" cy="896112"/>
          </a:xfrm>
          <a:prstGeom prst="roundRect">
            <a:avLst>
              <a:gd name="adj" fmla="val 9184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028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94560" y="4590288"/>
            <a:ext cx="9098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정식 앱(터미널)을 경유해 실행 → 권한 창이 정상 표시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무음 자동 감지 → “점검 장비 설정/권한 문제(ThinQ ON 장애 아님)”로 별도 표기   ③ 진단 명령 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650992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6509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— </a:t>
            </a:r>
            <a:pPr indent="0" marL="0">
              <a:buNone/>
            </a:pPr>
            <a:r>
              <a:rPr lang="en-US" sz="14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시스템은 자기 자신의 고장을 스스로 진단할 수 있어야 합니다. 그러지 못하면 자기 고장을 대상의 장애로 오보합니다.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결과 (실측)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2026-08-01 L1+L2 통합 판정 · 2026-08-02 자동 실행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41248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판정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3건 + L2 3건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11880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382512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시험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통과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51976" y="1627632"/>
            <a:ext cx="2587752" cy="1234440"/>
          </a:xfrm>
          <a:prstGeom prst="roundRect">
            <a:avLst>
              <a:gd name="adj" fmla="val 6667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737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07:30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153144" y="22585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실행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53144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개입 없이 성공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035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인식 결과 — 로컬 STT가 받아쓴 ThinQ ON의 답변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4015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6052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시작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60720" y="340156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인식된 문장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607040" y="34015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3730752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37307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질문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160520" y="373075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 ms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60720" y="3730752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"지금은 9시 33분이에요"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607040" y="373075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389120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160520" y="43891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2,910 ms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60720" y="438912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"저는 항상 기분이 좋아요…"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607040" y="43891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5047488"/>
            <a:ext cx="1088136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0474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(외부 연동)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160520" y="504748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4,620 ms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60720" y="504748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등천동 날씨는… 기온은 최고 34.2도…"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607040" y="504748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5760720"/>
            <a:ext cx="10881360" cy="713232"/>
          </a:xfrm>
          <a:prstGeom prst="roundRect">
            <a:avLst>
              <a:gd name="adj" fmla="val 11538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76072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받아쓰기 오류는 감수합니다 (의도된 설계) — </a:t>
            </a:r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“등촌동”을 “등천동”으로 잘못 듣지만 기대 키워드(날씨·기온)가 살아남아 판정은 정확합니다. 키워드를 여러 개 두어 오인식 한 번이 오판정이 되지 않게 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받게 되는가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건별 알림은 없습니다 — 정상일 때는 아침 요약 한 통뿐입니다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 매일 아침 요약 메일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헤더 색으로 상태 구분 — 정상은 올리브, 실패·기록 없음은 경고색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건수 · 성공률 · 평균 응답 시작 KPI + 단계별 성공률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시 [L1]/[L2] 배지 + 인식된 문장 + 사유 + 녹음 파일명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'응답 시작' 측정 구간 도식을 메일 안에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3492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64592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45920"/>
            <a:ext cx="4800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 관리자 페이지 🩺 자동 점검 탭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487168"/>
            <a:ext cx="4800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상태 / L1·L2 성공률 / 평균 응답 시작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성공률 — 점검이 없던 날은 빈칸으로 남겨 "안 돌았음"이 드러남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단계·시나리오별 성공률, 최근 실패 20건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7 / 14 / 30일 전환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93776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2064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55046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동안 점검 기록이 없으면 「점검 장비 미가동 의심」 경고가 나갑니다. 실제로 이 경고 덕분에 자동 실행이 빠져 있다는 것을 발견했습니다.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현재는 테스트 단계라 운영자 1인에게만 발송합니다. 정식 운영 시 담당자 전체로 전환합니다.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메일을 받으면 무엇을 하나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팀원용 대응 가이드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9C4A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[L1] 무응답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ON이 말을 하지 않음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720840" y="1645920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직접 "하이엘지" 발화 → 재현되면 TTS·네트워크 이슈로 보고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944368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A88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443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[L2] 실패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57600" y="270662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 했는데 내용이 다름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20840" y="2706624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인식 문장 확인 → "죄송/모르겠" 계열이면 엔진 이슈, 날씨만 실패면 외부 연동 의심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67328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005072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0507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장비 설정/권한 문제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57600" y="3767328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ThinQ ON 장애가 아님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20840" y="3767328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장비의 마이크 권한·입력 장치 확인 (--mic-test 명령)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828032"/>
            <a:ext cx="108813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5065776"/>
            <a:ext cx="2606040" cy="420624"/>
          </a:xfrm>
          <a:prstGeom prst="roundRect">
            <a:avLst>
              <a:gd name="adj" fmla="val 19565"/>
            </a:avLst>
          </a:prstGeom>
          <a:solidFill>
            <a:srgbClr val="5C73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06577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점검 기록 없음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482803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 한 번도 실행되지 않음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20840" y="4828032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 전원·절전 상태 확인 (덮개만 닫고 전원 연결 유지)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943600"/>
            <a:ext cx="10881360" cy="566928"/>
          </a:xfrm>
          <a:prstGeom prst="roundRect">
            <a:avLst>
              <a:gd name="adj" fmla="val 14516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9436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C4A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1건이 곧 장애는 아닙니다. </a:t>
            </a:r>
            <a:pPr indent="0" marL="0">
              <a:buNone/>
            </a:pPr>
            <a:r>
              <a:rPr lang="en-US" sz="130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재현 확인이 항상 첫 단계이고, 판단 근거가 되는 녹음 파일은 점검 장비에 그대로 남아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비용과 남은 계획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3852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장비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193852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79392" y="1938528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활용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63347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 · 메일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0" y="263347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79392" y="2633472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예약 시스템 재활용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328416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인식(STT)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00400" y="332841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79392" y="3328416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실행 — 과금·계정 없음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5349240" cy="585216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02336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 (3단계)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402336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수만 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79392" y="4023360"/>
            <a:ext cx="1600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신규 구매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572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계획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72200" y="1938528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167128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31152" y="20299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3단계 (L3)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784080" y="20299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방식 확정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31152" y="2340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웹캠으로 가전 제어 전·후 촬영 판정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2889504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82512" y="3118104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31152" y="29809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전환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784080" y="2980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31152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상주 Windows 이관 + 단일 실행파일 패키징 + 담당자 전체 알림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840480"/>
            <a:ext cx="534924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4E8E1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82512" y="4069080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격상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784080" y="3931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검증 후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31152" y="42428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일일 점검을 자동 점검으로 대체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919472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F4F6F2"/>
          </a:solidFill>
          <a:ln w="12700">
            <a:solidFill>
              <a:srgbClr val="E4E8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08406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L3는 AI 엔진 없이 구현합니다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14400" y="5449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카메라와 쇼룸 배치가 고정이므로 “무엇인지 인식”이 아니라 “달라졌는지 비교” 문제입니다 — 관심영역의 픽셀 차이 계산으로 충분합니다.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대신 카메라를 택한 이유: API는 “서버가 명령을 받았는가”만 봅니다. 명령은 접수됐는데 커튼 모터가 안 도는 경우, 방문객 눈에 보이는 것은 물리적 변화입니다.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02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669280" cy="5669280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977640" y="160020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0" y="181051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0624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69164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7/27 장애 → 8/2 자동 운영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754880" y="200253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지시받은 “체계적 모니터링·대응 프로세스”가 동작하는 형태로 존재합니다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977640" y="256032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277063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26517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0원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29626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유휴 노트북 + 기존 인프라 재활용. 신규 계정·과금 없음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77640" y="352044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06240" y="373075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36118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할 일은 아침 메일 한 번 보기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754880" y="392277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판정·기록·보고는 전부 자동입니다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977640" y="4480560"/>
            <a:ext cx="7543800" cy="804672"/>
          </a:xfrm>
          <a:prstGeom prst="roundRect">
            <a:avLst>
              <a:gd name="adj" fmla="val 10227"/>
            </a:avLst>
          </a:prstGeom>
          <a:solidFill>
            <a:srgbClr val="2A3823"/>
          </a:solidFill>
          <a:ln w="12700">
            <a:solidFill>
              <a:srgbClr val="5C73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06240" y="4690872"/>
            <a:ext cx="384048" cy="384048"/>
          </a:xfrm>
          <a:prstGeom prst="ellipse">
            <a:avLst/>
          </a:prstGeom>
          <a:solidFill>
            <a:srgbClr val="3A5035"/>
          </a:solidFill>
          <a:ln w="12700">
            <a:solidFill>
              <a:srgbClr val="3A50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4690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457200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침묵을 정상으로 오인하지 않습니다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754880" y="488289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점검이 안 돌면 그 사실 자체가 보고됩니다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" y="54406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강원석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79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설계·결정 이력은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7AC8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fieldcheck/DESIGN.md 참조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FieldCheck 진행 보고</dc:title>
  <dc:subject>PptxGenJS Presentation</dc:subject>
  <dc:creator>ThinQ Real</dc:creator>
  <cp:lastModifiedBy>ThinQ Real</cp:lastModifiedBy>
  <cp:revision>1</cp:revision>
  <dcterms:created xsi:type="dcterms:W3CDTF">2026-08-02T01:03:16Z</dcterms:created>
  <dcterms:modified xsi:type="dcterms:W3CDTF">2026-08-02T01:03:16Z</dcterms:modified>
</cp:coreProperties>
</file>