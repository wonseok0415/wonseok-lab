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판정에 AI가 없습니다 — 전부 신호 처리(산술)라 결과가 재현 가능하고 빠릅니다. 자체 시험 20건으로 각 필터를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Whisper는 받아쓰기까지만 하고 판정은 단순 키워드 규칙입니다 — AI의 판단이 아니라 규칙이므로 같은 녹음엔 항상 같은 결과(재현 가능)이고, 왜 실패인지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두 가지 설계 선언 — 물리 변화를 보되, 결정적 연산만으로 판정한다.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스냅샷은 점검 장비가 자동 저장한 실제 사진이고, 점선 사각형이 판정에 쓰는 두 영역입니다.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기준은 |Δ|≥0.15의 3초 지속 하나입니다. 복합 명령의 상쇄 실측이 "끝값이 아니라 구간 전체"의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되물음 대응과 증거 보존이 L3의 두 설계 포인트입니다. "소리 내지 않는 구간은 전부 녹음"이 관측 사각을 없앱니다.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사례로 검증된 설계입니다 — 마이크 권한 무음, 스피커 저음량, 카메라 권한 문제를 각각 현장에서 겪고 자가 진단으로 흡수했습니다.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 방지도 같은 계열의 원칙입니다 — 건별 성공 알림은 없고, 정상일 때는 아침 요약 한 통뿐입니다.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"반응 시간"은 명령 후 가전이 몇 초 만에 움직였는지 — L1 응답 시작의 물리 동작판 지표입니다.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비용은 웹캠 1대뿐이고, 확장이 구조 변경을 요구하지 않는다는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07:00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07.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3계층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· 내용 · 동작 (L1·L2·L3)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카메라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카메라로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세 가지 질문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말했는가 · 맞는 말인가 · 움직였는가 — 실패한 단계가 곧 원인 계층입니다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전·후 카메라 촬영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픽셀 밝기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판정 원리 — 소리에서 '말'을 가려내는 3겹 필터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쇼룸에는 에어컨 소음과 ThinQ ON 자신의 효과음이 섞여 있습니다 — 세 겹의 필터로 목소리만 남깁니다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대역 필터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목소리 대역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250~4,000Hz의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에너지만 측정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에어컨·선풍기의 저주파 팬 소음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아무리 커도 측정에서 제외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33088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47088"/>
            <a:ext cx="384048" cy="384048"/>
          </a:xfrm>
          <a:prstGeom prst="ellipse">
            <a:avLst/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소음 자동 추정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17720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조용한 하위 10% 구간을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기저 소음으로 잡고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+8dB 이상만 발성 후보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그날그날 다른 배경 소음 수준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고정 기준이 아니라 환경이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바뀌어도 재보정 불필요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54696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0536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339328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구간의 70% 이상이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프레임일 때만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「말」로 인정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39328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4776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효과음(짧은 소리+간격)과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순간 소음은 비율 미달로 배제,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어절 쉼이 있는 말은 통과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2669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특히 중요합니다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55961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장애는 "연산음('띵띵띵')은 내는데 말을 못 하는" 상태였습니다. 단순히 「소리가 났는가」로 판정했다면 이 장애를 정상으로 오판했을 것입니다. 세 필터를 모두 통과한 최초 시점이 '응답 시작'으로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판정 원리 — 음성 인식(STT)과 키워드 판정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받아쓰기는 STT 엔진이, 판정은 키워드 규칙이 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 엔진 — Whisper (오픈소스)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OpenAI가 2022년 공개한 음성 인식(STT) AI 모델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68만 시간 다국어 음성으로 학습 (한국어 포함) · 오픈소스 무료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AI가 아니라 「받아쓰기」만 하는 모델 — 녹음을 넣으면 문장이 나옴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노트북 안에서 실행 — small 모델 약 500MB, CPU로 동작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1627632"/>
            <a:ext cx="5532120" cy="2880360"/>
          </a:xfrm>
          <a:prstGeom prst="roundRect">
            <a:avLst>
              <a:gd name="adj" fmla="val 2857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8105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실행이 핵심입니다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63640" y="221284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음성이 외부로 나가지 않음 → 클라우드 STT 대비 보안 검토 부담 없음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인터넷이 끊겨도 판정 지속 → 정작 장애 상황에서 점검이 멈추는 구조를 회피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계정·과금 없음 → 운영 시스템에 개인 결제 수단을 묶지 않음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81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연동 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응답 녹음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파일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27832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0712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STT 전사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93592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최고 34.2도…"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98464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4F6F2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키워드 판정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 표현(죄송·모르겠) → 실패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키워드(날씨·기온) → 통과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769096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51976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기록·보고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34856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+ 인식 문장을 시트에,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메일에 문장 표시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원리 — 왜 카메라이고, 왜 AI가 없는가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 실제 물리 동작으로 이어졌는지를 확인합니다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API 조회가 아니라 카메라인가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API는 "서버가 명령을 받았는가"까지만 알려줍니다.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명령은 접수됐는데 커튼 모터가 돌지 않는 경우 —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방문객 눈에 보이는 것은 물리적 변화이고,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품질을 지키려면 그것을 봐야 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9202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영상 인식 없이 — 산수만으로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46520" y="237744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고정이라 "무엇인지 인식"이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"아까와 달라졌는지 비교" 문제입니다.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영역의 평균 밝기 비교 — 더하기와 나누기면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충분하고, 그래서 검증·설명·재현이 가능합니다.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108813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7914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대상과 확대 순서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5157216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 켜기 → 끄기 쌍(끄기가 원상 복구 겸용 — 점검이 항상 꺼진 상태로 끝나 다음날 시작 상태가 보장됩니다)으로 운영하고,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커튼 → 루틴(여러 가전 동시 제어) 순으로 한 번에 한 변수씩 확대합니다. 숫자 판독(에어컨 설정온도)만 AI/OCR 영역이라 제외합니다.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지표 — 두 영역의 밝기 '상대값'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화면에서 사각형 두 개만 봅니다</a:t>
            </a:r>
            <a:endParaRPr lang="en-US" sz="1400" dirty="0"/>
          </a:p>
        </p:txBody>
      </p:sp>
      <p:pic>
        <p:nvPicPr>
          <p:cNvPr id="4" name="Image 0" descr="images/l3_of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697480" cy="1517904"/>
          </a:xfrm>
          <a:prstGeom prst="rect">
            <a:avLst/>
          </a:prstGeom>
        </p:spPr>
      </p:pic>
      <p:pic>
        <p:nvPicPr>
          <p:cNvPr id="5" name="Image 1" descr="images/l3_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691640"/>
            <a:ext cx="2697480" cy="151790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8680" y="1892808"/>
            <a:ext cx="224028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7" name="Shape 3"/>
          <p:cNvSpPr/>
          <p:nvPr/>
        </p:nvSpPr>
        <p:spPr>
          <a:xfrm>
            <a:off x="740664" y="1993392"/>
            <a:ext cx="219456" cy="11430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8" name="Shape 4"/>
          <p:cNvSpPr/>
          <p:nvPr/>
        </p:nvSpPr>
        <p:spPr>
          <a:xfrm>
            <a:off x="3749040" y="1892808"/>
            <a:ext cx="224028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621024" y="1993392"/>
            <a:ext cx="219456" cy="11430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64008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스냅샷 — 조명 꺼짐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352044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스냅샷 — 조명 켜짐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22960" y="3639312"/>
            <a:ext cx="310896" cy="1828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13" name="Text 9"/>
          <p:cNvSpPr/>
          <p:nvPr/>
        </p:nvSpPr>
        <p:spPr>
          <a:xfrm>
            <a:off x="1207008" y="35935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영역 — 조명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91840" y="3639312"/>
            <a:ext cx="310896" cy="1828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675888" y="35935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영역 — 변하지 않는 벽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4041648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14400" y="40416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</a:t>
            </a:r>
            <a:pPr indent="0" marL="0">
              <a:buNone/>
            </a:pPr>
            <a:r>
              <a:rPr lang="en-US" sz="17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=  대상 밝기 ÷ 참조 밝기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914400" y="45537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영역의 평균 밝기(픽셀값 0~255)를 매초 계산합니다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40080" y="51389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사진은 연출이 아니라 점검 장비가 판정 시점에 자동 저장한 실제 스냅샷입니다 (recordings/camera/)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537960" y="1645920"/>
            <a:ext cx="4983480" cy="2194560"/>
          </a:xfrm>
          <a:prstGeom prst="roundRect">
            <a:avLst>
              <a:gd name="adj" fmla="val 375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84848" y="18105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밝기가 아니라 비율인가 — 자동 노출 함정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784848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조명이 켜지면 카메라가 스스로 노출을 낮춰 화면 전체가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어두워집니다. 절대 밝기로 판정하면 "켜졌는데 변화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없음"으로 오판합니다. 두 영역은 같은 노출을 공유하므로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비율에서는 이 왜곡이 상쇄됩니다.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537960" y="4041648"/>
            <a:ext cx="4983480" cy="2011680"/>
          </a:xfrm>
          <a:prstGeom prst="roundRect">
            <a:avLst>
              <a:gd name="adj" fmla="val 4091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84848" y="416966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계산 예 — 단독 조명 (현장 측정값)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6784848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표본: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74.5 ÷ 참조 78.3 = 0.951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784848" y="484632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 꺼짐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0.746</a:t>
            </a:r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조명 켜짐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1.063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784848" y="5230368"/>
            <a:ext cx="4480560" cy="0"/>
          </a:xfrm>
          <a:prstGeom prst="line">
            <a:avLst/>
          </a:prstGeom>
          <a:noFill/>
          <a:ln w="9525">
            <a:solidFill>
              <a:srgbClr val="97AC8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784848" y="532180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판정:  |1.063 − 0.746| =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0.317 ≥ 0.15</a:t>
            </a:r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동작함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784848" y="56875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변화폭이 기준의 2배 — 판정 여유 충분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기준 — '촬영 구간 안의 지속된 변화'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밝은가가 아니라, 명령 뒤 얼마나 변했는가를 촬영 구간 전체에서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675120" cy="1554480"/>
          </a:xfrm>
          <a:prstGeom prst="roundRect">
            <a:avLst>
              <a:gd name="adj" fmla="val 5294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구간(50초) 안에  </a:t>
            </a:r>
            <a:pPr indent="0" marL="0">
              <a:buNone/>
            </a:pPr>
            <a:r>
              <a:rPr lang="en-US" sz="19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변화 0.15 이상, 3초 지속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72491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전 값 대비, 구간 중 어느 시점이든 인정 · 순간 스파이크(사람 통과)는 3초 지속 조건으로 배제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66751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68503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절대값이 아니라 변화량을 쓰는 이유 — 시간 구조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096512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965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채광 (햇빛·구름·커튼)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4096512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변합니다 — 절대 밝기의 기준선을 계속 움직이는 요인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626864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62686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(조명·커튼 모터)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462686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급변합니다 — 촬영 구간 안의 큰 변화는 가전의 반응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5240" y="1691640"/>
            <a:ext cx="3886200" cy="3520440"/>
          </a:xfrm>
          <a:prstGeom prst="roundRect">
            <a:avLst>
              <a:gd name="adj" fmla="val 2338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끝값이 아니라 구간 전체인가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2212848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 명령("다운라이트 켜고 커튼도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열어줘")은 두 효과가 반대로 작용해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상쇄됩니다 — 조명은 대상을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밝히고(↑), 커튼이 들인 채광은 참조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벽을 밝힙니다(↓).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둘 다 정상 동작했는데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종료 시점 순변화는 −0.10,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최대 변위는 −0.201.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구간 중 어느 시점의 지속된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변화든 인정하며, 판정에 쓴 측정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시계열 전체가 기록으로 남습니다.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연산은 평균과 나눗셈뿐입니다. </a:t>
            </a:r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입력에는 항상 같은 결과 — 검증·설명·재현이 가능한 결정적 판정입니다. 시각·날씨·커튼 상태와 무관하게 같은 기준이 성립하고, 변화 시작까지의 시간은 가전 반응 시간으로 기록됩니다.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점검 시퀀스 — 되물음까지 흡수하는 자동 대화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시나리오가 약 90초 안에 촬영·대화·판정·전송을 마칩니다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상태 촬영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기록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677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+ 명령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"다운라이트 켜고,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커튼도 열어줘"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074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 판정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253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무조건 확답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179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"응, 실행해줘"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541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552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650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650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50초 연속 촬영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467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 녹음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829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84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893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93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75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변위 판정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875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기록·전송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무조건 확답 — 되물음의 비대칭을 역이용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4059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ON은 가전 명령에 "실행할까요?"라고 되묻는 경우가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있습니다. 실시간으로 알아내 분기하는 대신, 항상 확답을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재생합니다: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51560" y="49560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되물었다면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78892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기다리는 중 → 확답이 접수되어 실행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" y="543153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실행했다면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788920" y="5431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없는 발화 → 부작용 없이 무시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 원칙 — 판정이 의심되면 원본으로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446520" y="4059936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장비가 스스로 소리 내지 않는 모든 구간을 녹음합니다 —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대기~촬영 녹음 · 판정 시점 스냅샷 ·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시계열 전부 저장. (복합 명령은 연산이 길어 실행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선언이 첫 청취 창 밖에 나올 수 있어, 이 녹음이 응답·내용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근거가 됩니다.)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의문이 생기면 언제든 원본을 다시 듣고 볼 수 있어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실제로 현장 검증의 실패 3건을 원본으로 당일 판독했고,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판정이 "왜"를 증거로 설명할 수 있는 구조입니다.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 설계 ① — 자기 고장의 자가 진단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고장을 진단하지 못하는 점검 시스템은, 자기 고장을 대상의 장애로 오보합니다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828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— 듣기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96112" y="2286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모드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OS가 권한을 거부하면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없이 무음만 반환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전부 실패로 오보 위험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96112" y="3566160"/>
            <a:ext cx="2980944" cy="1188720"/>
          </a:xfrm>
          <a:prstGeom prst="roundRect">
            <a:avLst>
              <a:gd name="adj" fmla="val 6923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35661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 무음(에너지 0)을 감지해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"점검 장비 권한 문제"로 표기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전용 진단 명령 제공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61688" y="1645920"/>
            <a:ext cx="3493008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1828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스피커 — 말하기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모드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음량이 꺼져 있으면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명령을 못 들음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실패가 기기 탓으로 보임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3566160"/>
            <a:ext cx="2980944" cy="1188720"/>
          </a:xfrm>
          <a:prstGeom prst="roundRect">
            <a:avLst>
              <a:gd name="adj" fmla="val 6923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35661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기동어를 재생하며 동시에 자기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녹음 — 자기 소리가 안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들리면 "장비 음량 문제" 표기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645920"/>
            <a:ext cx="3493008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39328" y="1828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— 보기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339328" y="2286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모드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미연결·렌즈 가림이면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전·후 화면이 같아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장애로 오보 위험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39328" y="3566160"/>
            <a:ext cx="2980944" cy="1188720"/>
          </a:xfrm>
          <a:prstGeom prst="roundRect">
            <a:avLst>
              <a:gd name="adj" fmla="val 6923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4776" y="35661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열기 실패·검은 화면을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감지해 "점검 장비 문제(카메라)"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표기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경우 모두 "ThinQ ON 장애 아님"으로 구분 표기됩니다 — 아침 메일에서 기기 장애와 장비 문제가 섞이지 않습니다.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 설계 ② — 오판을 막는 운영 장치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판정을 신뢰할 수 있게 하는 네 가지 원칙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92808"/>
            <a:ext cx="146304" cy="384048"/>
          </a:xfrm>
          <a:prstGeom prst="roundRect">
            <a:avLst>
              <a:gd name="adj" fmla="val 3125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8928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40487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이후 녹음 · 판정 시점 스냅샷을 전부 저장합니다. 판정에 의문이 생기면 언제든 원본을 다시 보고 들을 수 있어, 모든 판정이 "왜 그렇게 판정했는지"를 증거로 설명할 수 있습니다.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892808"/>
            <a:ext cx="146304" cy="384048"/>
          </a:xfrm>
          <a:prstGeom prst="roundRect">
            <a:avLst>
              <a:gd name="adj" fmla="val 3125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18928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재현성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240487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음성은 한 번 만든 WAV 파일로 고정합니다. 매번 같은 입력이어야 "오늘 실패 = ThinQ ON 쪽 변화"라고 말할 수 있습니다. 스피커 볼륨·장비 위치도 캘리브레이션 후 고정입니다.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4133088"/>
            <a:ext cx="146304" cy="384048"/>
          </a:xfrm>
          <a:prstGeom prst="roundRect">
            <a:avLst>
              <a:gd name="adj" fmla="val 31250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1330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시간대 자동 회피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464515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직전에 예약 시스템을 조회해, 확정 예약·차단 슬롯(시작 20분 전~종료 10분 후)에는 점검하지 않습니다. 조회에 실패해도 건너뜁니다 — 시연 방해 방지가 점검 1회보다 우선입니다.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349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4133088"/>
            <a:ext cx="146304" cy="384048"/>
          </a:xfrm>
          <a:prstGeom prst="roundRect">
            <a:avLst>
              <a:gd name="adj" fmla="val 3125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41330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무기록 감지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8232" y="464515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그 사실 자체가 "⚠ 점검 기록 없음" 경고로 발송됩니다. 침묵을 정상으로 오인하지 않습니다 — 실제로 이 경고가 자동 실행 누락을 잡아냈습니다.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질문·가전 제어 시나리오 실행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07:40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07:00인가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메일은 보안 게이트웨이를 거치며 수십 분 늦게 도착합니다. 점검 07:00 → 발송 07:40으로 앞당겨,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지연을 감안해도 09:00 1회차 시연 전에 「오늘 정상」을 확인하고 대응할 여유를 확보했습니다.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[L1]/[L2]/[L3] 배지 + 인식 문장 · 사유 · 근거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단계별(L1·L2·L3)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2606040" cy="402336"/>
          </a:xfrm>
          <a:prstGeom prst="roundRect">
            <a:avLst>
              <a:gd name="adj" fmla="val 2045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60020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20840" y="1600200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88136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670048"/>
            <a:ext cx="2606040" cy="402336"/>
          </a:xfrm>
          <a:prstGeom prst="roundRect">
            <a:avLst>
              <a:gd name="adj" fmla="val 2045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700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248716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20840" y="2487168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557016"/>
            <a:ext cx="2606040" cy="402336"/>
          </a:xfrm>
          <a:prstGeom prst="roundRect">
            <a:avLst>
              <a:gd name="adj" fmla="val 2045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55701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[L3] 동작 미확인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37413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맞는데 가전이 안 움직임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20840" y="3374136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같은 명령 육성 재현 → 재현되면 가전 제어 경로 이슈로 보고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261104"/>
            <a:ext cx="1088136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4443984"/>
            <a:ext cx="2606040" cy="402336"/>
          </a:xfrm>
          <a:prstGeom prst="roundRect">
            <a:avLst>
              <a:gd name="adj" fmla="val 2045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44398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문제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426110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4261104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장비의 마이크·카메라 권한, 스피커 음량 확인 (자가 진단이 원인을 표기)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148072"/>
            <a:ext cx="1088136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5330952"/>
            <a:ext cx="2606040" cy="402336"/>
          </a:xfrm>
          <a:prstGeom prst="roundRect">
            <a:avLst>
              <a:gd name="adj" fmla="val 2045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33095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0" y="514807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20840" y="5148072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053328"/>
            <a:ext cx="10881360" cy="530352"/>
          </a:xfrm>
          <a:prstGeom prst="roundRect">
            <a:avLst>
              <a:gd name="adj" fmla="val 1551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605332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근거(녹음·촬영)는 점검 장비에 그대로 남아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· L3 실측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L1·L2·L3 × 시나리오 5개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L1·L2·L3 전 단계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0.613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최대 실측 |Δ|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0.15의 4배 여유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29건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29992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3284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32841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3284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3284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근거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32841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621024"/>
            <a:ext cx="1088136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6210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88920" y="3621024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97880" y="362102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0" y="362102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652760" y="362102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187952"/>
            <a:ext cx="1088136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187952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4187952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97880" y="41879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0" y="418795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652760" y="418795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0080" y="4754880"/>
            <a:ext cx="1088136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4754880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88920" y="475488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97880" y="47548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200" y="47548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652760" y="475488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0080" y="5321808"/>
            <a:ext cx="1088136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2960" y="5321808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(L3)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2788920" y="5321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 명령(다중 의도) + 루틴 일괄 제어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897880" y="5321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315200" y="532180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변위 |Δ| 0.201(켜기) · 0.613(외출 복구)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0652760" y="532180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4400" y="59893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시나리오별 추이로 봅니다 — </a:t>
            </a:r>
            <a:pPr indent="0" marL="0"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날씨만 느려지면 외부 연동, 전부 느려지면 엔진·인프라. 받아쓰기 오류("등촌동"→"등천동")는 다중 키워드로 완충되어 판정은 정확합니다.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확대 로드맵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구매 진행 중 — 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로드맵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대상 확대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 → 커튼 → 루틴(여러 가전 동시 제어) 순으로 검증 범위 확대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정식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웹캠 구매 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+ 상주 Windows 이관 + 단일 실행파일(exe) 패키징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전체 알림 전환 + 수동 일일 점검 대체 (Phase 2)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확장하더라도 구조는 그대로입니다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대상이 늘어도 「촬영 → 비교 → 판정 → 기록」 파이프라인은 동일합니다.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이관을 전제로 서버 주소·인증·저장 위치가 전부 설정으로 분리되어 있어, 이관 시 설정 교체만으로 동작합니다.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2026-08-07T11:12:19Z</dcterms:created>
  <dcterms:modified xsi:type="dcterms:W3CDTF">2026-08-07T11:12:19Z</dcterms:modified>
</cp:coreProperties>
</file>