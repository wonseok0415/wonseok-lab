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판정에 AI가 없습니다 — 전부 신호 처리(산술)라 결과가 재현 가능하고 빠릅니다. 자체 시험 20건으로 각 필터를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Whisper는 받아쓰기까지만 하고 판정은 단순 키워드 규칙입니다 — AI의 판단이 아니라 규칙이므로 같은 녹음엔 항상 같은 결과(재현 가능)이고, 왜 실패인지 설명할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검증에서만 드러난 문제들이라, 실제로 돌려보지 않았으면 전부 놓쳤을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원리를 L3에도 적용합니다 — 카메라 미연결·렌즈 가림을 가전 장애로 오보하지 않도록.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대상은 "질문에 맞는 답을 했는가"이지 "받아쓰기가 정확한가"가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L3의 핵심 선언: 물리 변화를 보되, AI 없이 결정적(deterministic) 연산만으로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사진(실측 스냅샷)이 준비되면 왼쪽 목업을 실제 화면 캡처로 교체합니다.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기준은 |Δ|≥0.15 하나입니다. 채광은 느리고 가전은 빠르다는 시간 구조가 이 기준의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되물음 대응과 증거 보존이 L3의 두 설계 포인트입니다.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 드는 신규 비용은 웹캠 1대뿐이고, AI 엔진 도입이 필요 없다는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07:00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05.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 / 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 / 실패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(3단계) USB 웹캠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웹캠으로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운영 흐름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ON에게 3개 질문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07:40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07:00인가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메일은 보안 게이트웨이를 거치며 수십 분 늦게 도착합니다. 점검 07:00 → 발송 07:40으로 앞당겨,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지연을 감안해도 09:00 1회차 시연 전에 「오늘 정상」을 확인하고 대응할 여유를 확보했습니다.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 — 3단계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보는 계층이 다릅니다. 어느 단계에서 실패했는지가 곧 원인 진단입니다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완료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이미지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판정의 역할 구분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실패가 아니라, 서로 다른 계층의 실패를 잡습니다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기준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판정 로직 — 소리에서 '말'을 가려내는 방법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쇼룸에는 에어컨 소음과 ThinQ ON 자신의 효과음이 섞여 있습니다 — 세 겹의 필터로 목소리만 남깁니다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대역 필터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96112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목소리 대역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250~4,000Hz의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에너지만 측정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에어컨·선풍기의 저주파 팬 소음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아무리 커도 측정에서 제외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33088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47088"/>
            <a:ext cx="384048" cy="384048"/>
          </a:xfrm>
          <a:prstGeom prst="ellipse">
            <a:avLst/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38928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소음 자동 추정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17720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조용한 하위 10% 구간을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기저 소음으로 잡고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+8dB 이상만 발성 후보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그날그날 다른 배경 소음 수준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고정 기준이 아니라 환경이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바뀌어도 재보정 불필요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54696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0536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339328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구간의 70% 이상이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프레임일 때만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「말」로 인정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339328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4776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효과음(짧은 소리+간격)과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순간 소음은 비율 미달로 배제,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어절 쉼이 있는 말은 통과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20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2669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특히 중요합니다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55961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장애는 "연산음('띵띵띵')은 내는데 말을 못 하는" 상태였습니다. 단순히 「소리가 났는가」로 판정했다면 이 장애를 정상으로 오판했을 것입니다. 세 필터를 모두 통과한 최초 시점이 '응답 시작'으로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판정 로직 — Whisper 음성 인식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팀에서 처음 접하는 솔루션이라 소개합니다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1206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Whisper란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OpenAI가 2022년 공개한 음성 인식(STT) AI 모델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68만 시간 다국어 음성으로 학습 (한국어 포함) · 오픈소스 무료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AI가 아니라 「받아쓰기」만 하는 모델 — 녹음을 넣으면 문장이 나옴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노트북 안에서 실행 — small 모델 약 500MB, CPU로 동작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1627632"/>
            <a:ext cx="5532120" cy="2880360"/>
          </a:xfrm>
          <a:prstGeom prst="roundRect">
            <a:avLst>
              <a:gd name="adj" fmla="val 2857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8105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실행이 핵심입니다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63640" y="2212848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음성이 외부로 나가지 않음 → 클라우드 STT 대비 보안 검토 부담 없음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인터넷이 끊겨도 판정 지속 → 정작 장애 상황에서 점검이 멈추는 구조를 회피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계정·과금 없음 → 운영 시스템에 개인 결제 수단을 묶지 않음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681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연동 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응답 녹음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파일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27832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10712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Whisper 전사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93592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 날씨는…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최고 34.2도…"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98464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81344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4F6F2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키워드 판정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 표현(죄송·모르겠) → 실패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키워드(날씨·기온) → 통과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769096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51976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기록·보고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34856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+ 인식 문장을 시트에,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메일에 문장 표시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 발견·개선 사항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단계에서는 나오지 않고 현장에서만 나온 문제들입니다 — 판정 신뢰도의 근거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1109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직후 명령이 씹힘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214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'띵' 반응 전에는 듣지 못함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97880" y="16459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기동어·질문을 분리 재생 + 1.5초 대기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00837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대기음('띵띵띵')을 응답으로 오판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2186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장애를 정상으로 판정할 구멍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0" y="274320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 — 1초 창의 70% 이상이 소리일 때만 말소리로 인정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10565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9502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답변이 다음 점검의 기동어를 씹음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17320" y="43159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생성형이라 답변 길이가 크게 변동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0" y="38404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84048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사이 “조용해질 때까지 대기” — 판정 결과와 무관하게 항상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20293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04748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환경에서 정상 응답을 실패로 오판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417320" y="5413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음량 기준이 에어컨·선풍기 소음 위로 잡힘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0" y="493776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9788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적응형 판정 — 음성 대역만 측정 + 기저 소음 자동 추정 + 기저 +8dB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가장 위험했던 다섯 번째 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 설계 — 점검 장비 이상의 오보 방지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9C4A40"/>
          </a:solidFill>
          <a:ln w="12700">
            <a:solidFill>
              <a:srgbClr val="9C4A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 첫날 점검 3건 전부 실패 — 그런데 ThinQ ON은 정상이었습니다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8716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248716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macOS는 앱이 아닌 실행 파일(python)에는 마이크 권한 창을 띄우지 않고, 오류도 없이 무음을 반환합니다.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설정 목록에도 나타나지 않아 수동 허용조차 불가능했습니다.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53872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3872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 단서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353872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시나리오의 소음 측정값이 소수점까지 동일(2.4 / −32.6 dBA)하고 최고값이 기저값보다 낮았습니다.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보정값을 빼면 −120dB — 에너지가 정확히 0, 즉 완전한 디지털 무음이었습니다.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9028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028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459028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정식 앱(터미널)을 경유해 실행 → 권한 창이 정상 표시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무음 자동 감지 → “점검 장비 설정/권한 문제(ThinQ ON 장애 아님)”로 별도 표기   ③ 진단 명령 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650992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50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— </a:t>
            </a:r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시스템은 자기 자신의 고장을 스스로 진단할 수 있어야 합니다. 그러지 못하면 자기 고장을 대상의 장애로 오보합니다.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결과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2026-08-01 L1+L2 통합 판정 · 2026-08-02 07:30 자동 실행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개입 없이 성공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017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상세 — 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시간의 차이는 성능 편차가 아니라 </a:t>
            </a:r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경로의 차이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401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34015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처리 경로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인식된 문장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5276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730752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3075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88920" y="373075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 즉답 — AI 엔진 미호출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97880" y="37307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3730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652760" y="37307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4389120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389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788920" y="43891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경유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8978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52760" y="43891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047488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047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2788920" y="50474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+ 외부 서비스 연동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897880" y="50474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등천동…기온은 최고 34.2도…"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652760" y="5047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40080" y="5742432"/>
            <a:ext cx="10881360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5742432"/>
            <a:ext cx="10332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경로별 기준선이 다르므로 시나리오별 추이로 봅니다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“시간 질문이 3초”는 절대값으론 정상이어도 이상 신호입니다. 날씨만 느려지면 외부 연동, 전부 느려지면 엔진·인프라로 지연 위치를 특정합니다.
</a:t>
            </a:r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오류는 감수합니다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“등촌동”→“등천동” 오인식에도 기대 키워드(날씨·기온)가 살아남아 판정은 정확합니다 (다중 키워드 완충).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산출물 — 요약 메일 · 관리자 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 배지 + 인식된 문장 + 사유 + 녹음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L1·L2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알림 대응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문구별 첫 조치 — 실패 1건이 곧 장애는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20840" y="1645920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944368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443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27066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270662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005072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0507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설정/권한 문제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376732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장비의 마이크 권한·입력 장치 확인 (--mic-test 명령)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28032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065776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657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82803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20840" y="4828032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근거가 되는 녹음 파일은 점검 장비에 그대로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착수 — '말'의 검증에서 '행동'의 검증으로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명령이 실제 물리 동작으로 이어졌는지를 카메라로 판정합니다 · 파이프라인 구축 완료, 현장 검증 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 분석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53712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STT + 키워드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38744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38744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38744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픽셀 비교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38744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현장 검증 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API 조회가 아니라 카메라인가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1440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API는 "서버가 명령을 받았는가"까지만 알려줍니다.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명령은 접수됐는데 커튼 모터가 돌지 않는 경우 —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방문객 눈에 보이는 것은 물리적 변화이고,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품질을 지키려면 그것을 봐야 합니다.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영상 인식 없이 — 산수만으로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4652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고정이라 "무엇인지 인식"이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"아까와 달라졌는지 비교" 문제입니다.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 두 영역의 평균 밝기 비교 — 더하기와 나누기면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충분하고, 그래서 검증·설명·재현이 가능합니다.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원리 — 두 영역의 밝기 '상대값'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화면에서 사각형 두 개만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577840" cy="3291840"/>
          </a:xfrm>
          <a:prstGeom prst="roundRect">
            <a:avLst>
              <a:gd name="adj" fmla="val 2500"/>
            </a:avLst>
          </a:prstGeom>
          <a:solidFill>
            <a:srgbClr val="2A3823"/>
          </a:solidFill>
          <a:ln w="19050">
            <a:solidFill>
              <a:srgbClr val="5C735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73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34440" y="2240280"/>
            <a:ext cx="2011680" cy="1051560"/>
          </a:xfrm>
          <a:prstGeom prst="rect">
            <a:avLst/>
          </a:prstGeom>
          <a:solidFill>
            <a:srgbClr val="A8803A">
              <a:alpha val="45000"/>
            </a:srgbClr>
          </a:solidFill>
          <a:ln w="31750">
            <a:solidFill>
              <a:srgbClr val="A8803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920240" y="23957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E4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34440" y="3346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영역 — 조명 기구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69080" y="2651760"/>
            <a:ext cx="1645920" cy="1371600"/>
          </a:xfrm>
          <a:prstGeom prst="rect">
            <a:avLst/>
          </a:prstGeom>
          <a:solidFill>
            <a:srgbClr val="97AC8E">
              <a:alpha val="38000"/>
            </a:srgbClr>
          </a:solidFill>
          <a:ln w="31750">
            <a:solidFill>
              <a:srgbClr val="97AC8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023360" y="40599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9D6C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 영역 — 변하지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9D6C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벽 한 조각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5138928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5138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</a:t>
            </a:r>
            <a:pPr indent="0" marL="0">
              <a:buNone/>
            </a:pPr>
            <a:r>
              <a:rPr lang="en-US" sz="17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=  대상 밝기 ÷ 참조 밝기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5650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판정 스냅샷은 점검 장비에 자동 축적됩니다 (recordings/camera/)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37960" y="1645920"/>
            <a:ext cx="4983480" cy="2194560"/>
          </a:xfrm>
          <a:prstGeom prst="roundRect">
            <a:avLst>
              <a:gd name="adj" fmla="val 375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181051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절대 밝기가 아니라 비율인가 — 자동 노출 함정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23317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조명이 켜지면 카메라가 스스로 노출을 낮춰 화면 전체가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어두워집니다. 절대 밝기로 판정하면 "켜졌는데 변화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없음"으로 오판합니다. 두 영역은 같은 노출을 공유하므로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비율에서는 이 왜곡이 상쇄됩니다.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37960" y="4041648"/>
            <a:ext cx="4983480" cy="2011680"/>
          </a:xfrm>
          <a:prstGeom prst="roundRect">
            <a:avLst>
              <a:gd name="adj" fmla="val 4091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4848" y="416966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계산 예 — 이 숫자로 판정합니다 (현장 측정값)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784848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표본: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74.5 ÷ 참조 78.3 = 0.951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484632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 꺼짐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0.746</a:t>
            </a:r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조명 켜짐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1.063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784848" y="5230368"/>
            <a:ext cx="4480560" cy="0"/>
          </a:xfrm>
          <a:prstGeom prst="line">
            <a:avLst/>
          </a:prstGeom>
          <a:noFill/>
          <a:ln w="9525">
            <a:solidFill>
              <a:srgbClr val="97AC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84848" y="532180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판정:  |1.063 − 0.746| = </a:t>
            </a:r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0.317 ≥ 0.15</a:t>
            </a:r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동작함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84848" y="56875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변화폭이 기준의 2배 — 판정 여유 충분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알고리즘 — '명령 직후의 변화량'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밝은가가 아니라, 명령 직후 얼마나 변했는가를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675120" cy="1554480"/>
          </a:xfrm>
          <a:prstGeom prst="roundRect">
            <a:avLst>
              <a:gd name="adj" fmla="val 5294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60초 안에  </a:t>
            </a:r>
            <a:pPr indent="0" marL="0">
              <a:buNone/>
            </a:pPr>
            <a:r>
              <a:rPr lang="en-US" sz="20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변화 0.15 이상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2491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3초 평균과 명령 전 값을 비교 · 실측된 조명 ON↔OFF 변화폭은 약 0.3 — 기준의 2배 여유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66751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68503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절대값이 아니라 변화량을 쓰는 이유 — 시간 구조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4400" y="4096512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965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채광 (햇빛·구름·커튼)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4096512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변합니다 — 절대 밝기의 기준선을 계속 움직이는 요인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626864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62686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(조명·커튼 모터)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462686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급변합니다 — 60초 안의 큰 변화는 가전의 반응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5240" y="1691640"/>
            <a:ext cx="3886200" cy="3520440"/>
          </a:xfrm>
          <a:prstGeom prst="roundRect">
            <a:avLst>
              <a:gd name="adj" fmla="val 233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18470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기준의 성질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2212848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시각·날씨·커튼 상태와 무관하게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기준이 성립합니다 — 아침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점검과 낮 시험에 다른 임계값이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점검에는 조명을 만질 사람이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없으므로, 명령 직후의 급격한 변화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가전이 반응했다는 증거입니다.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변화가 시작되기까지의 시간은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반응 시간으로 함께 기록됩니다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(응답 시작의 물리 동작판 지표).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연산은 평균과 나눗셈뿐입니다.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입력에는 항상 같은 결과 — 검증·설명·재현이 가능한 결정적 판정입니다.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점검 시퀀스 — 되물음까지 흡수하는 자동 대화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시나리오가 약 90초 안에 촬영·대화·판정·전송을 마칩니다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상태 촬영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기록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2677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+ 명령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"조명 켜줘"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965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074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 판정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253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620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무조건 확답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179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"응, 실행해줘"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541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552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650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650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연속 촬영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467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오디오 녹음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5829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84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893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93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875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|Δ| 판정 → 전송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875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시간 기록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무조건 확답 — 되물음의 비대칭을 역이용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40599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ON은 가전 명령에 "실행할까요?"라고 되묻는 경우가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있습니다. 실시간으로 알아내 분기하는 대신, 항상 확답을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재생합니다: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51560" y="495604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되물었다면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788920" y="4956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기다리는 중 → 확답이 접수되어 실행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" y="543153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실행했다면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788920" y="54315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없는 발화 → 부작용 없이 무시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 보존 원칙 — 판정이 의심되면 원본으로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446520" y="4059936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 · 확답 이후 녹음 · 판정 시점 스냅샷을 전부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결과에 의문이 생기면 언제든 원본을 다시 듣고 볼 수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있어, 실패 원인 추적과 판정 신뢰성 확인이 가능합니다.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L2의 인식 문장 기록과 함께, 모든 판정이 "왜 그렇게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판정했는지"를 증거로 설명할 수 있는 구조입니다.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소요 비용 및 향후 계획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(3단계)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계획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(L3)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제어의 물리 동작을 카메라로 판정 (조명 → 커튼 → 루틴)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Windows 이관 + 단일 실행파일 패키징 + 담당자 전체 알림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일일 점검을 자동 점검으로 대체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L3는 AI 엔진 없이 구현합니다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고정이므로 “무엇인지 인식”이 아니라 “달라졌는지 비교” 문제입니다 — 관심영역의 픽셀 차이 계산으로 충분합니다.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대신 카메라를 택한 이유: API는 “서버가 명령을 받았는가”만 봅니다. 명령은 접수됐는데 커튼 모터가 안 도는 경우, 방문객 눈에 보이는 것은 물리적 변화입니다.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2026-08-06T21:36:44Z</dcterms:created>
  <dcterms:modified xsi:type="dcterms:W3CDTF">2026-08-06T21:36:44Z</dcterms:modified>
</cp:coreProperties>
</file>