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7/27 ATOM TTS 장애를 계기로 시작해 6일 만에 자동 운영에 들어간 점검 시스템 보고입니다.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보고의 결론을 먼저 제시합니다. 팀장님 질문에 대한 직접적인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장애 자체보다, 그 장애가 아주 단순한 방법으로 조기 감지 가능했다는 점이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신규 인프라 없이 기존 시스템 위에 얹었다는 점이 비용 0원의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입장에서 실제로 무엇이 바뀌는지를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덩어리로 "실패"라고만 적으면 원인 구분이 사라집니다. 3단계로 나눈 실익이 여기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무응답을 L1·L2 두 건으로 세면 통계가 왜곡되므로 L2는 L1 통과 건에만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숫자만 있고 정의가 없으면 오해되므로 요약 메일 안에도 같은 도식을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판정에 AI가 없습니다 — 전부 신호 처리(산술)라 결과가 재현 가능하고 빠릅니다. 자체 시험 20건으로 각 필터를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Whisper는 받아쓰기까지만 하고 판정은 단순 키워드 규칙입니다 — AI의 판단이 아니라 규칙이므로 같은 녹음엔 항상 같은 결과(재현 가능)이고, 왜 실패인지 설명할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검증에서만 드러난 문제들이라, 실제로 돌려보지 않았으면 전부 놓쳤을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원리를 L3에도 적용합니다 — 카메라 미연결·렌즈 가림을 가전 장애로 오보하지 않도록.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 대상은 "질문에 맞는 답을 했는가"이지 "받아쓰기가 정확한가"가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알림 피로를 만들지 않는 것이 설계 원칙이었습니다. 매번 성공을 알리면 아무도 안 보게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팀원이 실제로 쓸 부분입니다. 메일 문구와 조치를 1:1로 대응시켰습니다.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L3의 핵심 선언: 물리 변화를 보되, AI 없이 결정적(deterministic) 연산만으로 판정합니다.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스냅샷은 점검 장비가 자동 저장한 실제 사진이고, 점선 사각형이 판정에 쓰는 두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 기준은 |Δ|≥0.15 하나입니다. 채광은 느리고 가전은 빠르다는 시간 구조가 이 기준의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되물음 대응과 증거 보존이 L3의 두 설계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3단계에 드는 신규 비용은 웹캠 1대뿐이고, AI 엔진 도입이 필요 없다는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받고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931920"/>
            <a:ext cx="3108960" cy="3108960"/>
          </a:xfrm>
          <a:prstGeom prst="ellipse">
            <a:avLst/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Real · 운영 보고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FieldCheck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 Field 자동 점검 시스템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41248" y="4114800"/>
            <a:ext cx="4343400" cy="566928"/>
          </a:xfrm>
          <a:prstGeom prst="roundRect">
            <a:avLst>
              <a:gd name="adj" fmla="val 50000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11480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07:00 자동 운영 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05.   |   작성: 강원석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“이번 사항을 시스템화 할 수 없는지”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이미 매일 아침 스스로 돌고 있습니다.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→ 자동 운영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07-27 장애 → 08-02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비용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+ 기존 인프라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 / 0건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64224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판정 / 실패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3건 + L2 3건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2240280"/>
            <a:ext cx="2587752" cy="1737360"/>
          </a:xfrm>
          <a:prstGeom prst="roundRect">
            <a:avLst>
              <a:gd name="adj" fmla="val 4737"/>
            </a:avLst>
          </a:prstGeom>
          <a:solidFill>
            <a:srgbClr val="3A503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241401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34856" y="3054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볼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34856" y="3383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8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요약 메일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10881360" cy="1783080"/>
          </a:xfrm>
          <a:prstGeom prst="roundRect">
            <a:avLst>
              <a:gd name="adj" fmla="val 4615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5371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장애를 사람이 눈치채기 전에 시스템이 먼저 보고합니다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506577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장애는 월요일 오후에 시작해 화요일 아침에야 「시연 불가」로 발견됐습니다.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구조라면 월요일 저녁 요약에서 잡힙니다 — 반나절 이상 빠릅니다.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2026-07-27 주간 · ATOM TTS 서버 장애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오후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 증가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후 응답 없음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빈도가 늘기 시작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290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0332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 오전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불가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고객 가정에서도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증상 재현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2788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 12시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95160" y="20848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2542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CTO부문 LG TTS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확보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29800" y="1600200"/>
            <a:ext cx="1691640" cy="1783080"/>
          </a:xfrm>
          <a:prstGeom prst="roundRect">
            <a:avLst>
              <a:gd name="adj" fmla="val 4865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488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늦게 발견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지시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“단건 해결에 그치지 말고, ThinQ ON 서비스 운영을 체계적으로 모니터링·대응하는 운영 프로세스를 즉시 수립할 것”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956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장애가 준 힌트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증상이 “말을 걸었는데 답이 없다”였습니다. 즉 주기적으로 말을 걸어 답이 오는지만 봐도 알 수 있었습니다.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감시 체계가 아니라 「매일 아침 대신 말을 걸어주는 장치」면 충분하다는 판단에서 출발했습니다.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예약 관리 시스템의 백엔드·메일 인프라를 그대로 재활용 — 신규 서버·계정·과금 없음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27632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23160" y="175564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상주 노트북 + (3단계) USB 웹캠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20848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음성 재생 "하이엘지" → 점검 질문   ② 내장 마이크로 응답 녹음   ③ 웹캠으로 가전 제어 전·후 촬영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98448" y="25420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43200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160" y="287121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장비에서 즉시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320040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응답 유무·시간   /   L2 내용 정확성 (로컬 STT)   /   L3 실제 동작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657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58768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58768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97AC8E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58768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3160" y="398678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Apps Script → Google Sheets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4315968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health_checks 탭에 판정 결과·응답 시간·인식 문장 누적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98448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974336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974336"/>
            <a:ext cx="1600200" cy="932688"/>
          </a:xfrm>
          <a:prstGeom prst="roundRect">
            <a:avLst>
              <a:gd name="adj" fmla="val 882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74336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23160" y="510235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+ 관리자 페이지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5431536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 요약 메일 1통   +   관리자 🩺 자동 점검 탭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운영 흐름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할 일은 아침에 메일 한 번 보는 것뿐입니다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점검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장비가 스스로 깨어나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ON에게 3개 질문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후 서버 전송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할 일 없음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0712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07:40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메일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/ 실패가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색으로 구분되어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메일로 도착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한 번 보기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2512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2512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🩺 자동 점검 탭에서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7 / 14 / 30일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추이 확인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82512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51976" y="1645920"/>
            <a:ext cx="2587752" cy="310896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51976" y="1645920"/>
            <a:ext cx="2587752" cy="566928"/>
          </a:xfrm>
          <a:prstGeom prst="roundRect">
            <a:avLst>
              <a:gd name="adj" fmla="val 14516"/>
            </a:avLst>
          </a:prstGeom>
          <a:solidFill>
            <a:srgbClr val="97AC8E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1645920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시간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23591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스킵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53144" y="276148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예약·차단 슬롯에는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점검을 걸지 않음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(시작 20분 전 ~ 종료 10분 후)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53144" y="4041648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53144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할 일 없음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9834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07:00인가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메일은 보안 게이트웨이를 거치며 수십 분 늦게 도착합니다. 점검 07:00 → 발송 07:40으로 앞당겨,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지연을 감안해도 09:00 1회차 시연 전에 「오늘 정상」을 확인하고 대응할 여유를 확보했습니다.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체계 — 3단계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보는 계층이 다릅니다. 어느 단계에서 실패했는지가 곧 원인 진단입니다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34640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했는가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에너지만 분석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STT 불필요 · 즉시 판정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ATOM 장애가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이 단계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말을 했는가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녹음 → 로컬 STT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기대 키워드 대조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오응답, "죄송해요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모르겠어요", 연동 장애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3493008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74520"/>
            <a:ext cx="841248" cy="502920"/>
          </a:xfrm>
          <a:prstGeom prst="roundRect">
            <a:avLst>
              <a:gd name="adj" fmla="val 21818"/>
            </a:avLst>
          </a:prstGeom>
          <a:solidFill>
            <a:srgbClr val="97A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745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77856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완료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254203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움직였는가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39328" y="3017520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제어 전·후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이미지 비교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39328" y="3730752"/>
            <a:ext cx="2980944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730752"/>
            <a:ext cx="2670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경로 장애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 미실행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864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지점이 곧 원인 계층입니다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소리가 안 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TTS 서버 · 네트워크 · 기기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61688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말은 하는데 엉뚱함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NLU · 엔진 · 외부 연동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83296" y="5212080"/>
            <a:ext cx="3493008" cy="868680"/>
          </a:xfrm>
          <a:prstGeom prst="roundRect">
            <a:avLst>
              <a:gd name="adj" fmla="val 9474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532180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실패</a:t>
            </a:r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말은 맞는데 안 움직임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11896" y="56509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가전 제어 경로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· L2 판정의 역할 구분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실패가 아니라, 서로 다른 계층의 실패를 잡습니다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전화에 비유하면 — L1은 "전화를 받았는가", L2는 "받아서 제대로 대답했는가"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3986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21808" y="263347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응답 감지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22208" y="263347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내용 판정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17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응답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3017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22208" y="30175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4F6F2"/>
          </a:solidFill>
          <a:ln w="12700">
            <a:solidFill>
              <a:srgbClr val="97AC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0390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"죄송해요, 잘 모르겠어요"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22208" y="38039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90288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59028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 (7월 ATOM 장애)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45902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22208" y="4590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안 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줄이 L2의 존재 이유입니다. </a:t>
            </a:r>
            <a:pPr indent="0" marL="0">
              <a:buNone/>
            </a:pPr>
            <a:r>
              <a:rPr lang="en-US" sz="13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"죄송해요"라고 답하면 소리는 났으므로 L1은 통과합니다 — 이 유형은 L1으로는 원리상 잡을 수 없습니다.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8704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L2는 L1을 통과한 건에만 판정합니다. 따라서 L2 성공률은 “응답한 것 중 내용까지 맞은 비율”로 읽습니다.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'응답 시작' 측정 기준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메일과 대시보드에 나오는 밀리초(ms) 수치가 무엇을 재는지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"하이엘지"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51760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71216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35808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1.5초 대기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('띵' 반응)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82896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6944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질문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14032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33488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끝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0ms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45168" y="22402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4624" y="173736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29216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시작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33488" y="3246120"/>
            <a:ext cx="4187952" cy="457200"/>
          </a:xfrm>
          <a:prstGeom prst="roundRect">
            <a:avLst>
              <a:gd name="adj" fmla="val 50000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324612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  이 구간을 잽니다   ▶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50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질문을 다 말한 순간부터 답을 시작하기까지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172200" y="3950208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9502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답변을 끝내기까지의 총 길이가 아닙니다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" y="5138928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52852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'띵' 반응은 일부러 측정하지 않습니다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61441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 장애가 “기동어는 듣고 띵도 내지만 말을 못 하는” 상태였습니다. 띵을 기준으로 삼았다면 그 장애를 정상으로 판정했을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판정 로직 — 소리에서 '말'을 가려내는 방법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쇼룸에는 에어컨 소음과 ThinQ ON 자신의 효과음이 섞여 있습니다 — 세 겹의 필터로 목소리만 남깁니다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대역 필터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목소리 대역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250~4,000Hz의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에너지만 측정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에어컨·선풍기의 저주파 팬 소음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아무리 커도 측정에서 제외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33088" y="3017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847088"/>
            <a:ext cx="384048" cy="384048"/>
          </a:xfrm>
          <a:prstGeom prst="ellipse">
            <a:avLst/>
          </a:prstGeom>
          <a:solidFill>
            <a:srgbClr val="5C7355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기저 소음 자동 추정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조용한 하위 10% 구간을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그날의 기저 소음으로 잡고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기저 +8dB 이상만 발성 후보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5C7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그날그날 다른 배경 소음 수준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고정 기준이 아니라 환경이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바뀌어도 재보정 불필요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54696" y="30175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83296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47088"/>
            <a:ext cx="384048" cy="384048"/>
          </a:xfrm>
          <a:prstGeom prst="ellipse">
            <a:avLst/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0536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비율 판정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39328" y="2395728"/>
            <a:ext cx="2980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 구간의 70% 이상이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프레임일 때만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「말」로 인정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39328" y="3456432"/>
            <a:ext cx="2980944" cy="1170432"/>
          </a:xfrm>
          <a:prstGeom prst="roundRect">
            <a:avLst>
              <a:gd name="adj" fmla="val 7031"/>
            </a:avLst>
          </a:prstGeom>
          <a:solidFill>
            <a:srgbClr val="F4F6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3456432"/>
            <a:ext cx="2697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걸러내는 것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'띵' 효과음(짧은 소리+간격)과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순간 소음은 비율 미달로 배제,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어절 쉼이 있는 말은 통과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③이 특히 중요합니다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 장애는 "연산음('띵띵띵')은 내는데 말을 못 하는" 상태였습니다. 단순히 「소리가 났는가」로 판정했다면 이 장애를 정상으로 오판했을 것입니다. 세 필터를 모두 통과한 최초 시점이 '응답 시작'으로 기록됩니다.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판정 로직 — Whisper 음성 인식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팀에서 처음 접하는 솔루션이라 소개합니다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1206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Whisper란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OpenAI가 2022년 공개한 음성 인식(STT) AI 모델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68만 시간 다국어 음성으로 학습 (한국어 포함) · 오픈소스 무료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AI가 아니라 「받아쓰기」만 하는 모델 — 녹음을 넣으면 문장이 나옴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노트북 안에서 실행 — small 모델 약 500MB, CPU로 동작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627632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81051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실행이 핵심입니다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63640" y="221284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공간의 음성이 외부로 나가지 않음 → 클라우드 STT 대비 보안 검토 부담 없음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인터넷이 끊겨도 판정 지속 → 정작 장애 상황에서 점검이 멈추는 구조를 회피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계정·과금 없음 → 운영 시스템에 개인 결제 수단을 묶지 않음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681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연동 흐름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응답 녹음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 파일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27832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10712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Whisper 전사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93592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등천동 날씨는…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기온은 최고 34.2도…"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98464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4F6F2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키워드 판정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64224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표현(죄송·모르겠) → 실패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키워드(날씨·기온) → 통과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69096" y="54406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51976" y="5047488"/>
            <a:ext cx="258775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5157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기록·보고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34856" y="545896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+ 인식 문장을 시트에,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메일에 문장 표시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중 발견·개선 사항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단계에서는 나오지 않고 현장에서만 나온 문제들입니다 — 판정 신뢰도의 근거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109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 직후 명령이 씹힘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'띵' 반응 전에는 듣지 못함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0" y="164592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97880" y="16459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기동어·질문을 분리 재생 + 1.5초 대기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00837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 대기음('띵띵띵')을 응답으로 오판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32186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TTS 장애를 정상으로 판정할 구멍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0" y="27432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27432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발성 비율 판정 — 1초 창의 70% 이상이 소리일 때만 말소리로 인정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10565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9502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답변이 다음 점검의 기동어를 씹음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생성형이라 답변 길이가 크게 변동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0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97880" y="384048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사이 “조용해질 때까지 대기” — 판정 결과와 무관하게 항상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202936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0474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환경에서 정상 응답을 실패로 오판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4132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음량 기준이 에어컨·선풍기 소음 위로 잡힘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0" y="493776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97880" y="493776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적응형 판정 — 음성 대역만 측정 + 기저 소음 자동 추정 + 기저 +8dB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가장 위험했던 다섯 번째 — 다음 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진단 설계 — 점검 장비 이상의 오보 방지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9C4A40"/>
          </a:solidFill>
          <a:ln w="12700">
            <a:solidFill>
              <a:srgbClr val="9C4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실행 첫날 점검 3건 전부 실패 — 그런데 ThinQ ON은 정상이었습니다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87168"/>
            <a:ext cx="1371600" cy="896112"/>
          </a:xfrm>
          <a:prstGeom prst="roundRect">
            <a:avLst>
              <a:gd name="adj" fmla="val 9184"/>
            </a:avLst>
          </a:prstGeom>
          <a:solidFill>
            <a:srgbClr val="9C4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487168"/>
            <a:ext cx="9098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macOS는 앱이 아닌 실행 파일(python)에는 마이크 권한 창을 띄우지 않고, 오류도 없이 무음을 반환합니다.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설정 목록에도 나타나지 않아 수동 허용조차 불가능했습니다.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538728"/>
            <a:ext cx="1371600" cy="896112"/>
          </a:xfrm>
          <a:prstGeom prst="roundRect">
            <a:avLst>
              <a:gd name="adj" fmla="val 9184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3872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 단서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538728"/>
            <a:ext cx="9098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시나리오의 소음 측정값이 소수점까지 동일(2.4 / −32.6 dBA)하고 최고값이 기저값보다 낮았습니다.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보정값을 빼면 −120dB — 에너지가 정확히 0, 즉 완전한 디지털 무음이었습니다.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9028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90288"/>
            <a:ext cx="1371600" cy="896112"/>
          </a:xfrm>
          <a:prstGeom prst="roundRect">
            <a:avLst>
              <a:gd name="adj" fmla="val 9184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9028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4590288"/>
            <a:ext cx="9098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정식 앱(터미널)을 경유해 실행 → 권한 창이 정상 표시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무음 자동 감지 → “점검 장비 설정/권한 문제(ThinQ ON 장애 아님)”로 별도 표기   ③ 진단 명령 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50992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5099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 — </a:t>
            </a:r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시스템은 자기 자신의 고장을 스스로 진단할 수 있어야 합니다. 그러지 못하면 자기 고장을 대상의 장애로 오보합니다.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결과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2026-08-01 L1+L2 통합 판정 · 2026-08-02 07:30 자동 실행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판정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3건 + L2 3건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통과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82512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시험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통과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1627632"/>
            <a:ext cx="2587752" cy="1234440"/>
          </a:xfrm>
          <a:prstGeom prst="roundRect">
            <a:avLst>
              <a:gd name="adj" fmla="val 666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07:30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53144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실행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53144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개입 없이 성공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상세 — </a:t>
            </a:r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시간의 차이는 성능 편차가 아니라 </a:t>
            </a:r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경로의 차이</a:t>
            </a:r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88920" y="34015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처리 경로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인식된 문장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652760" y="3401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730752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질문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88920" y="37307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 즉답 — AI 엔진 미호출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97880" y="37307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ms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3730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"지금은 9시 33분이에요"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52760" y="37307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389120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389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대화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788920" y="4389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엔진 경유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897880" y="4389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2,910 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"저는 항상 기분이 좋아요…"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2760" y="43891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047488"/>
            <a:ext cx="10881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0474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788920" y="50474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엔진 + 외부 서비스 연동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897880" y="50474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4,620 ms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0" y="5047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등천동…기온은 최고 34.2도…"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52760" y="50474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5742432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742432"/>
            <a:ext cx="10332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경로별 기준선이 다르므로 시나리오별 추이로 봅니다 —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“시간 질문이 3초”는 절대값으론 정상이어도 이상 신호입니다. 날씨만 느려지면 외부 연동, 전부 느려지면 엔진·인프라로 지연 위치를 특정합니다.
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받아쓰기 오류는 감수합니다 —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“등촌동”→“등천동” 오인식에도 기대 키워드(날씨·기온)가 살아남아 판정은 정확합니다 (다중 키워드 완충).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산출물 — 요약 메일 · 관리자 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건별 알림은 없습니다 — 정상일 때는 아침 요약 한 통뿐입니다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 매일 아침 요약 메일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색으로 상태 구분 — 정상은 올리브, 실패·기록 없음은 경고색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건수 · 성공률 · 평균 응답 시작 KPI + 단계별 성공률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[L1]/[L2] 배지 + 인식된 문장 + 사유 + 녹음 파일명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'응답 시작' 측정 구간 도식을 메일 안에 포함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4592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 관리자 페이지 🩺 자동 점검 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487168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상태 / L1·L2 성공률 / 평균 응답 시작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성공률 — 점검이 없던 날은 빈칸으로 남겨 "안 돌았음"이 드러남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단계·시나리오별 성공률, 최근 실패 20건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7 / 14 / 30일 전환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206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침묵을 정상으로 오인하지 않습니다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50468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동안 점검 기록이 없으면 「점검 장비 미가동 의심」 경고가 나갑니다. 실제로 이 경고 덕분에 자동 실행이 빠져 있다는 것을 발견했습니다.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현재는 테스트 단계라 운영자 1인에게만 발송합니다. 정식 운영 시 담당자 전체로 전환합니다.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알림 대응 가이드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문구별 첫 조치 — 실패 1건이 곧 장애는 아닙니다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83664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9C4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8366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[L1] 무응답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ON이 말을 하지 않음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20840" y="1645920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직접 "하이엘지" 발화 → 재현되면 TTS·네트워크 이슈로 보고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944368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A88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443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[L2] 실패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0" y="2706624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했는데 내용이 다름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2706624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문장 확인 → "죄송/모르겠" 계열이면 엔진 이슈, 날씨만 실패면 외부 연동 의심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05072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점검 장비 설정/권한 문제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76732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 장애가 아님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20840" y="3767328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장비의 마이크 권한·입력 장치 확인 (--mic-test 명령)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28032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065776"/>
            <a:ext cx="2606040" cy="420624"/>
          </a:xfrm>
          <a:prstGeom prst="roundRect">
            <a:avLst>
              <a:gd name="adj" fmla="val 19565"/>
            </a:avLst>
          </a:prstGeom>
          <a:solidFill>
            <a:srgbClr val="5C73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657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점검 기록 없음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82803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 한 번도 실행되지 않음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0840" y="4828032"/>
            <a:ext cx="4572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전원·절전 상태 확인 (덮개만 닫고 전원 연결 유지)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94360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4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1건이 곧 장애는 아닙니다. </a:t>
            </a:r>
            <a:pPr indent="0" marL="0"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재현 확인이 항상 첫 단계이고, 판단 근거가 되는 녹음 파일은 점검 장비에 그대로 남아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3단계 착수 — '말'의 검증에서 '행동'의 검증으로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명령이 실제 물리 동작으로 이어졌는지를 카메라로 판정합니다 · 파이프라인 구축 완료, 현장 검증 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930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했는가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에너지 분석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0358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운영 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930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53712" y="234086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 말을 했는가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3712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STT + 키워드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53712" y="30358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운영 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93008" cy="1783080"/>
          </a:xfrm>
          <a:prstGeom prst="roundRect">
            <a:avLst>
              <a:gd name="adj" fmla="val 4615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38744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38744" y="234086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움직였는가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38744" y="26883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픽셀 비교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38744" y="30358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현장 검증 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API 조회가 아니라 카메라인가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" y="43159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API는 "서버가 명령을 받았는가"까지만 알려줍니다.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명령은 접수됐는데 커튼 모터가 돌지 않는 경우 —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방문객 눈에 보이는 것은 물리적 변화이고,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품질을 지키려면 그것을 봐야 합니다.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7490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931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영상 인식 없이 — 산수만으로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6520" y="43159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카메라와 쇼룸 배치가 고정이라 "무엇인지 인식"이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아니라 "아까와 달라졌는지 비교" 문제입니다.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 두 영역의 평균 밝기 비교 — 더하기와 나누기면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충분하고, 그래서 검증·설명·재현이 가능합니다.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판정 원리 — 두 영역의 밝기 '상대값'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 카메라 화면에서 사각형 두 개만 봅니다</a:t>
            </a:r>
            <a:endParaRPr lang="en-US" sz="1400" dirty="0"/>
          </a:p>
        </p:txBody>
      </p:sp>
      <p:pic>
        <p:nvPicPr>
          <p:cNvPr id="4" name="Image 0" descr="images/l3_of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697480" cy="1517904"/>
          </a:xfrm>
          <a:prstGeom prst="rect">
            <a:avLst/>
          </a:prstGeom>
        </p:spPr>
      </p:pic>
      <p:pic>
        <p:nvPicPr>
          <p:cNvPr id="5" name="Image 1" descr="images/l3_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2697480" cy="151790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60704" y="2112264"/>
            <a:ext cx="1892808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03A"/>
            </a:solidFill>
            <a:prstDash val="dash"/>
          </a:ln>
        </p:spPr>
      </p:sp>
      <p:sp>
        <p:nvSpPr>
          <p:cNvPr id="7" name="Shape 3"/>
          <p:cNvSpPr/>
          <p:nvPr/>
        </p:nvSpPr>
        <p:spPr>
          <a:xfrm>
            <a:off x="2999232" y="2322576"/>
            <a:ext cx="292608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7AC8E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3941064" y="2112264"/>
            <a:ext cx="1892808" cy="2103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03A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5879592" y="2322576"/>
            <a:ext cx="292608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7AC8E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64008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스냅샷 — 조명 꺼짐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520440" y="3246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스냅샷 — 조명 켜짐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639312"/>
            <a:ext cx="310896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03A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207008" y="3593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영역 — 조명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91840" y="3639312"/>
            <a:ext cx="310896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7AC8E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3675888" y="3593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 영역 — 변하지 않는 벽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041648"/>
            <a:ext cx="5577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14400" y="4041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</a:t>
            </a:r>
            <a:pPr indent="0" marL="0">
              <a:buNone/>
            </a:pPr>
            <a:r>
              <a:rPr lang="en-US" sz="17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=  대상 밝기 ÷ 참조 밝기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914400" y="4553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영역의 평균 밝기(픽셀값 0~255)를 매초 계산합니다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0080" y="51389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사진은 연출이 아니라 점검 장비가 판정 시점에 자동 저장한 실제 스냅샷입니다 (recordings/camera/)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537960" y="1645920"/>
            <a:ext cx="4983480" cy="2194560"/>
          </a:xfrm>
          <a:prstGeom prst="roundRect">
            <a:avLst>
              <a:gd name="adj" fmla="val 3750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84848" y="1810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절대 밝기가 아니라 비율인가 — 자동 노출 함정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84848" y="23317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조명이 켜지면 카메라가 스스로 노출을 낮춰 화면 전체가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어두워집니다. 절대 밝기로 판정하면 "켜졌는데 변화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없음"으로 오판합니다. 두 영역은 같은 노출을 공유하므로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비율에서는 이 왜곡이 상쇄됩니다.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37960" y="4041648"/>
            <a:ext cx="4983480" cy="2011680"/>
          </a:xfrm>
          <a:prstGeom prst="roundRect">
            <a:avLst>
              <a:gd name="adj" fmla="val 4091"/>
            </a:avLst>
          </a:prstGeom>
          <a:solidFill>
            <a:srgbClr val="EFF3EC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696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계산 예 — 이 숫자로 판정합니다 (현장 측정값)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6784848" y="449884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표본:  </a:t>
            </a:r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74.5 ÷ 참조 78.3 = 0.951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784848" y="48463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꺼짐  </a:t>
            </a:r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0.746</a:t>
            </a:r>
            <a:pPr indent="0" marL="0">
              <a:buNone/>
            </a:pPr>
            <a:r>
              <a:rPr lang="en-US" sz="12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조명 켜짐  </a:t>
            </a:r>
            <a:pPr indent="0" marL="0">
              <a:buNone/>
            </a:pPr>
            <a:r>
              <a:rPr lang="en-US" sz="12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1.063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784848" y="5230368"/>
            <a:ext cx="4480560" cy="0"/>
          </a:xfrm>
          <a:prstGeom prst="line">
            <a:avLst/>
          </a:prstGeom>
          <a:noFill/>
          <a:ln w="9525">
            <a:solidFill>
              <a:srgbClr val="97AC8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84848" y="53218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판정:  |1.063 − 0.746| = </a:t>
            </a:r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0.317 ≥ 0.15</a:t>
            </a:r>
            <a:pPr indent="0" marL="0">
              <a:buNone/>
            </a:pPr>
            <a:r>
              <a:rPr lang="en-US" sz="13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동작함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784848" y="56875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변화폭이 기준의 2배 — 판정 여유 충분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알고리즘 — '명령 직후의 변화량'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밝은가가 아니라, 명령 직후 얼마나 변했는가를 봅니다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1554480"/>
          </a:xfrm>
          <a:prstGeom prst="roundRect">
            <a:avLst>
              <a:gd name="adj" fmla="val 5294"/>
            </a:avLst>
          </a:prstGeom>
          <a:solidFill>
            <a:srgbClr val="EFF3EC"/>
          </a:solidFill>
          <a:ln w="12700">
            <a:solidFill>
              <a:srgbClr val="3A5035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직후 60초 안에  </a:t>
            </a:r>
            <a:pPr indent="0" marL="0">
              <a:buNone/>
            </a:pPr>
            <a:r>
              <a:rPr lang="en-US" sz="20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 변화 0.15 이상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249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3초 평균과 명령 전 값을 비교 · 실측된 조명 ON↔OFF 변화폭은 약 0.3 — 기준의 2배 여유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68503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절대값이 아니라 변화량을 쓰는 이유 — 시간 구조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96512"/>
            <a:ext cx="2423160" cy="420624"/>
          </a:xfrm>
          <a:prstGeom prst="roundRect">
            <a:avLst>
              <a:gd name="adj" fmla="val 17391"/>
            </a:avLst>
          </a:prstGeom>
          <a:solidFill>
            <a:srgbClr val="97AC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9651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채광 (햇빛·구름·커튼)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40965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변합니다 — 절대 밝기의 기준선을 계속 움직이는 요인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626864"/>
            <a:ext cx="2423160" cy="420624"/>
          </a:xfrm>
          <a:prstGeom prst="roundRect">
            <a:avLst>
              <a:gd name="adj" fmla="val 17391"/>
            </a:avLst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2686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(조명·커튼 모터)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46268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직후 급변합니다 — 60초 안의 큰 변화는 가전의 반응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886200" cy="3520440"/>
          </a:xfrm>
          <a:prstGeom prst="roundRect">
            <a:avLst>
              <a:gd name="adj" fmla="val 2338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8470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기준의 성질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2212848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시각·날씨·커튼 상태와 무관하게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기준이 성립합니다 — 아침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점검과 낮 시험에 다른 임계값이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없습니다.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점검에는 조명을 만질 사람이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없으므로, 명령 직후의 급격한 변화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가전이 반응했다는 증거입니다.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변화가 시작되기까지의 시간은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반응 시간으로 함께 기록됩니다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(응답 시작의 물리 동작판 지표).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FF3EC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판정에 쓰는 연산은 평균과 나눗셈뿐입니다. </a:t>
            </a:r>
            <a:pPr indent="0" marL="0">
              <a:buNone/>
            </a:pPr>
            <a:r>
              <a:rPr lang="en-US" sz="13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입력에는 항상 같은 결과 — 검증·설명·재현이 가능한 결정적 판정입니다.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점검 시퀀스 — 되물음까지 흡수하는 자동 대화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시나리오가 약 90초 안에 촬영·대화·판정·전송을 마칩니다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상태 촬영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상대값 기록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677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 + 명령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"조명 켜줘"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965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녹음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L1·L2 판정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253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1847088"/>
            <a:ext cx="384048" cy="384048"/>
          </a:xfrm>
          <a:prstGeom prst="ellipse">
            <a:avLst/>
          </a:prstGeom>
          <a:solidFill>
            <a:srgbClr val="A8803A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확답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"응, 실행해줘"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541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552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650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50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 연속 촬영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오디오 녹음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82912" y="21945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84080" y="173736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893808" y="184708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75520" y="23042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|Δ| 판정 → 전송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75520" y="27614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시간 기록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352044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BF6EC"/>
          </a:solidFill>
          <a:ln w="12700">
            <a:solidFill>
              <a:srgbClr val="A88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685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무조건 확답 — 되물음의 비대칭을 역이용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405993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ON은 가전 명령에 "실행할까요?"라고 되묻는 경우가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있습니다. 실시간으로 알아내 분기하는 대신, 항상 확답을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재생합니다: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51560" y="49560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되물었다면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788920" y="4956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기다리는 중 → 확답이 접수되어 실행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" y="54315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즉시 실행했다면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788920" y="543153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기동어 없는 발화 → 부작용 없이 무시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352044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685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 보존 원칙 — 판정이 의심되면 원본으로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46520" y="4059936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녹음 · 확답 이후 녹음 · 판정 시점 스냅샷을 전부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결과에 의문이 생기면 언제든 원본을 다시 듣고 볼 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있어, 실패 원인 추적과 판정 신뢰성 확인이 가능합니다.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L2의 인식 문장 기록과 함께, 모든 판정이 "왜 그렇게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판정했는지"를 증거로 설명할 수 있는 구조입니다.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비용 및 향후 계획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3852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장비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0" y="193852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79392" y="193852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활용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334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· 메일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263347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79392" y="263347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예약 시스템 재활용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32841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인식(STT)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332841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79392" y="332841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 — 과금·계정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349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233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웹캠 (3단계)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402336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수만 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79392" y="402336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유일한 신규 구매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계획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1938528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167128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31152" y="2029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3단계 (L3)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8408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검증 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31152" y="2340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 제어의 물리 동작을 카메라로 판정 (조명 → 커튼 → 루틴)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2889504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82512" y="3118104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31152" y="2980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전환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84080" y="29809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31152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상주 Windows 이관 + 단일 실행파일 패키징 + 담당자 전체 알림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840480"/>
            <a:ext cx="5349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82512" y="4069080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31152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격상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784080" y="39319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검증 후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31152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일일 점검을 자동 점검으로 대체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4919472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4F6F2"/>
          </a:solidFill>
          <a:ln w="12700">
            <a:solidFill>
              <a:srgbClr val="E4E8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0840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0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L3는 AI 엔진 없이 구현합니다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14400" y="544982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카메라와 쇼룸 배치가 고정이므로 “무엇인지 인식”이 아니라 “달라졌는지 비교” 문제입니다 — 관심영역의 픽셀 차이 계산으로 충분합니다.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대신 카메라를 택한 이유: API는 “서버가 명령을 받았는가”만 봅니다. 명령은 접수됐는데 커튼 모터가 안 도는 경우, 방문객 눈에 보이는 것은 물리적 변화입니다.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2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669280" cy="5669280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77640" y="160020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81051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7/27 장애 → 8/2 자동 운영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54880" y="200253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지시받은 “체계적 모니터링·대응 프로세스”가 동작하는 형태로 존재합니다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77640" y="256032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77063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54880" y="29626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유휴 노트북 + 기존 인프라 재활용. 신규 계정·과금 없음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352044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73075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61188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할 일은 아침 메일 한 번 보기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54880" y="392277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판정·기록·보고는 전부 자동입니다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4480560"/>
            <a:ext cx="7543800" cy="804672"/>
          </a:xfrm>
          <a:prstGeom prst="roundRect">
            <a:avLst>
              <a:gd name="adj" fmla="val 10227"/>
            </a:avLst>
          </a:prstGeom>
          <a:solidFill>
            <a:srgbClr val="2A3823"/>
          </a:solidFill>
          <a:ln w="12700">
            <a:solidFill>
              <a:srgbClr val="5C73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4690872"/>
            <a:ext cx="384048" cy="384048"/>
          </a:xfrm>
          <a:prstGeom prst="ellipse">
            <a:avLst/>
          </a:prstGeom>
          <a:solidFill>
            <a:srgbClr val="3A5035"/>
          </a:solidFill>
          <a:ln w="12700">
            <a:solidFill>
              <a:srgbClr val="3A5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5720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침묵을 정상으로 오인하지 않습니다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54880" y="48828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점검이 안 돌면 그 사실 자체가 보고됩니다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강원석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779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설계·결정 이력은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C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fieldcheck/DESIGN.md 참조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FieldCheck 진행 보고</dc:title>
  <dc:subject>PptxGenJS Presentation</dc:subject>
  <dc:creator>ThinQ Real</dc:creator>
  <cp:lastModifiedBy>ThinQ Real</cp:lastModifiedBy>
  <cp:revision>1</cp:revision>
  <dcterms:created xsi:type="dcterms:W3CDTF">2026-08-06T21:47:59Z</dcterms:created>
  <dcterms:modified xsi:type="dcterms:W3CDTF">2026-08-06T21:47:59Z</dcterms:modified>
</cp:coreProperties>
</file>