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배경: 설문(사후·정제) vs 현장 발화(즉석·날것)의 보완 관계. FieldCheck와의 대구 — 기계 상태 vs 사람 목소리. 질문 프레임은 자동차 UX 리서치 방법론 이식. 비용 0원과 개인정보 설계(로컬 전사·가명 요약만 업로드)를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벤치마크 설명: 같은 녹음을 자동 파이프라인과 별도 수동 정밀 판독으로 이중 분석해 비교 — 핵심 결론 일치, 자동이 4건을 추가 발견(녹음 고지→발화 위축 상관 등). 결정 3건 중 3번이 가장 급함: 전용 노트북 셋업 전에 계정 방침이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5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FieldVoice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목소리 수집·분석 시스템 — 방문 인터뷰를 데이터 자산으로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필요한가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84832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후 설문은 기억·체면 필터를 거친 정제된 답변 — 시연 순간의 즉석 반응·질문·잡담은 증발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운영 3축(쇼룸 지원·기술 검증·데이터 축적) 중 '현장 발화 데이터'가 빈칸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FieldCheck가 기계(ThinQ ON)의 상태를 매일 축적하듯, 사람의 목소리를 축적하는 짝 시스템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4892040" cy="1143000"/>
          </a:xfrm>
          <a:prstGeom prst="roundRect">
            <a:avLst>
              <a:gd name="adj" fmla="val 7200"/>
            </a:avLst>
          </a:prstGeom>
          <a:solidFill>
            <a:srgbClr val="4A6244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“왜?”라고 묻지 않는다 — 제품이 아니라 삶을 묻는다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E3E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자동차 업계 고객 리서치 방법론을 AI홈에 이식한 질문 프레임 (로망·부러움·아쉬움·경계·미래일기 5유형)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추가 비용 0원 — 상주 노트북·구독형 AI·기존 백엔드 재활용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587044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개인정보 — 원본 음성은 현장 장비에만, 서버에는 가명화 요약만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25449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메인 시스템 무변경 — FieldCheck 선례의 순수 추가 방식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동작하나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2276856"/>
            <a:ext cx="420624" cy="420624"/>
          </a:xfrm>
          <a:prstGeom prst="ellipse">
            <a:avLst/>
          </a:prstGeom>
          <a:solidFill>
            <a:srgbClr val="C9A3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2121408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</p:spPr>
        <p:txBody>
          <a:bodyPr wrap="square" lIns="1397" tIns="1397" rIns="1397" bIns="1397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녹음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도슨트가 시연 중 진행 — 시작 시 녹음 고지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2200" y="3136392"/>
            <a:ext cx="420624" cy="420624"/>
          </a:xfrm>
          <a:prstGeom prst="ellipse">
            <a:avLst/>
          </a:prstGeom>
          <a:solidFill>
            <a:srgbClr val="C9A3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2980944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</p:spPr>
        <p:txBody>
          <a:bodyPr wrap="square" lIns="1397" tIns="1397" rIns="1397" bIns="1397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전사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장비 안에서 음성→텍스트, 음성이 밖으로 나가지 않음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72200" y="3995928"/>
            <a:ext cx="420624" cy="420624"/>
          </a:xfrm>
          <a:prstGeom prst="ellipse">
            <a:avLst/>
          </a:prstGeom>
          <a:solidFill>
            <a:srgbClr val="C9A3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3840480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</p:spPr>
        <p:txBody>
          <a:bodyPr wrap="square" lIns="1397" tIns="1397" rIns="1397" bIns="1397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 4단계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화자 라벨링 → 요약 → 맥락 분석 → 인사이트 도출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72200" y="4855464"/>
            <a:ext cx="420624" cy="420624"/>
          </a:xfrm>
          <a:prstGeom prst="ellipse">
            <a:avLst/>
          </a:prstGeom>
          <a:solidFill>
            <a:srgbClr val="C9A3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4700016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</p:spPr>
        <p:txBody>
          <a:bodyPr wrap="square" lIns="1397" tIns="1397" rIns="1397" bIns="1397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1페이지 리포트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결론 · 인사이트 TOP5 · 개선 제안 — 2분 열람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72200" y="5715000"/>
            <a:ext cx="420624" cy="420624"/>
          </a:xfrm>
          <a:prstGeom prst="ellipse">
            <a:avLst/>
          </a:prstGeom>
          <a:solidFill>
            <a:srgbClr val="C9A3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5559552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</p:spPr>
        <p:txBody>
          <a:bodyPr wrap="square" lIns="1397" tIns="1397" rIns="1397" bIns="1397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페이지 축적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인사이트 탭 — 관리자 3인 열람, 회차별 비교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검증 — 자동 분석, 믿어도 되는가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8/5 계열사 방문 76분 실녹음 파일럿 · 2026-08-20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EF1EC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3A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76분</a:t>
            </a:r>
            <a:endParaRPr lang="en-US" sz="3400" dirty="0"/>
          </a:p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실녹음 전 과정 완주 — 녹음→전사→분석→리포트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361688" y="148132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EF1EC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3A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0원</a:t>
            </a:r>
            <a:endParaRPr lang="en-US" sz="3400" dirty="0"/>
          </a:p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비용 — 기존 노트북·구독형 AI·기존 백엔드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83296" y="148132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EF1EC"/>
          </a:solidFill>
          <a:ln/>
        </p:spPr>
        <p:txBody>
          <a:bodyPr wrap="square" lIns="1778" tIns="1778" rIns="1778" bIns="1778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3A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+4건</a:t>
            </a:r>
            <a:endParaRPr lang="en-US" sz="3400" dirty="0"/>
          </a:p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분석이 전문 수동 판독을 초과 발견 (핵심 결론은 일치)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파일럿이 실제로 낸 인사이트 (예시)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5623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조명·커튼 자동화(저비용 구성)만으로 “집에 들어올 때의 기분”이 바뀌고 가사 분담까지 변화 — 정서 전환이 구매 동인이라는 서사 확보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아파트 개별 설치 불가가 방문객 관심이 이탈하는 정확한 지점으로 관측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운영 개선 3건 도출 — 대기 구간을 질문 슬롯으로, 녹음 고지 1회 제한, 자기개방 후 되묻기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모델 확정: 자동 분석 기본 + 사람 검수 1회(인용·가명화)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8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컨센서스 요청 — 결정 필요 3건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3803904"/>
            <a:ext cx="420624" cy="420624"/>
          </a:xfrm>
          <a:prstGeom prst="ellipse">
            <a:avLst/>
          </a:prstGeom>
          <a:solidFill>
            <a:srgbClr val="3A50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3611880"/>
            <a:ext cx="4251960" cy="813816"/>
          </a:xfrm>
          <a:prstGeom prst="roundRect">
            <a:avLst>
              <a:gd name="adj" fmla="val 7865"/>
            </a:avLst>
          </a:prstGeom>
          <a:solidFill>
            <a:srgbClr val="EEF1EC"/>
          </a:solidFill>
          <a:ln/>
        </p:spPr>
        <p:txBody>
          <a:bodyPr wrap="square" lIns="1397" tIns="1397" rIns="1397" bIns="1397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정식 운영 전환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회차부터 질문 프레임 실전 투입 + 회차별 리포트 축적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20840" y="4745736"/>
            <a:ext cx="420624" cy="420624"/>
          </a:xfrm>
          <a:prstGeom prst="ellipse">
            <a:avLst/>
          </a:prstGeom>
          <a:solidFill>
            <a:srgbClr val="3A50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4553712"/>
            <a:ext cx="4251960" cy="813816"/>
          </a:xfrm>
          <a:prstGeom prst="roundRect">
            <a:avLst>
              <a:gd name="adj" fmla="val 7865"/>
            </a:avLst>
          </a:prstGeom>
          <a:solidFill>
            <a:srgbClr val="EEF1EC"/>
          </a:solidFill>
          <a:ln/>
        </p:spPr>
        <p:txBody>
          <a:bodyPr wrap="square" lIns="1397" tIns="1397" rIns="1397" bIns="1397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녹음 동의 방식 승인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시 개인정보 동의(기존) + 현장 구두 고지 1회 — 서면 생략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20840" y="5687568"/>
            <a:ext cx="420624" cy="420624"/>
          </a:xfrm>
          <a:prstGeom prst="ellipse">
            <a:avLst/>
          </a:prstGeom>
          <a:solidFill>
            <a:srgbClr val="3A50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0" y="5495544"/>
            <a:ext cx="4251960" cy="813816"/>
          </a:xfrm>
          <a:prstGeom prst="roundRect">
            <a:avLst>
              <a:gd name="adj" fmla="val 7865"/>
            </a:avLst>
          </a:prstGeom>
          <a:solidFill>
            <a:srgbClr val="EEF1EC"/>
          </a:solidFill>
          <a:ln/>
        </p:spPr>
        <p:txBody>
          <a:bodyPr wrap="square" lIns="1397" tIns="1397" rIns="1397" bIns="1397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Claude Code 신청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공용 노트북에 개인 계정 상주 금지 원칙 — 이관 액션 #8 연계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현황: 파이프라인·관리자 연동 코드 완료(머지) — Apps Script 재배포 1회 후 가동 · 상세: fieldvoice/PROGRESS_REPORT.md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2026-08-20T02:41:27Z</dcterms:created>
  <dcterms:modified xsi:type="dcterms:W3CDTF">2026-08-20T02:41:27Z</dcterms:modified>
</cp:coreProperties>
</file>